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F0ACD4-E3E8-40CB-BC8A-135618E1293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10E002E-51B7-4FAE-9194-6367B50076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Stage: Wireframe Design / MVP</a:t>
          </a:r>
        </a:p>
      </dgm:t>
    </dgm:pt>
    <dgm:pt modelId="{5E493B75-F4B8-40D2-A7AC-FF3D7526155B}" type="parTrans" cxnId="{52534D3F-6CE2-474F-94F5-FD101B56ADD6}">
      <dgm:prSet/>
      <dgm:spPr/>
      <dgm:t>
        <a:bodyPr/>
        <a:lstStyle/>
        <a:p>
          <a:endParaRPr lang="en-US"/>
        </a:p>
      </dgm:t>
    </dgm:pt>
    <dgm:pt modelId="{267784DF-F006-498D-9544-415D6AB9B6D0}" type="sibTrans" cxnId="{52534D3F-6CE2-474F-94F5-FD101B56ADD6}">
      <dgm:prSet/>
      <dgm:spPr/>
      <dgm:t>
        <a:bodyPr/>
        <a:lstStyle/>
        <a:p>
          <a:endParaRPr lang="en-US"/>
        </a:p>
      </dgm:t>
    </dgm:pt>
    <dgm:pt modelId="{A40DB843-2BA9-4AAF-8B94-FBA1194A62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Prototype: Web + Mobile app interfaces developed</a:t>
          </a:r>
        </a:p>
      </dgm:t>
    </dgm:pt>
    <dgm:pt modelId="{B6183C1C-8314-44B5-8E77-64C4C3159D95}" type="parTrans" cxnId="{3EAB06BF-4FD2-41AC-A002-093E99FD113B}">
      <dgm:prSet/>
      <dgm:spPr/>
      <dgm:t>
        <a:bodyPr/>
        <a:lstStyle/>
        <a:p>
          <a:endParaRPr lang="en-US"/>
        </a:p>
      </dgm:t>
    </dgm:pt>
    <dgm:pt modelId="{1324BAE5-7463-422A-B930-42A253BD96EA}" type="sibTrans" cxnId="{3EAB06BF-4FD2-41AC-A002-093E99FD113B}">
      <dgm:prSet/>
      <dgm:spPr/>
      <dgm:t>
        <a:bodyPr/>
        <a:lstStyle/>
        <a:p>
          <a:endParaRPr lang="en-US"/>
        </a:p>
      </dgm:t>
    </dgm:pt>
    <dgm:pt modelId="{65825E88-CE9B-48D2-ABA1-C8CC0632A6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 Features: AI maintenance prediction, service scheduler, GPS garage locator, cost tracking</a:t>
          </a:r>
        </a:p>
      </dgm:t>
    </dgm:pt>
    <dgm:pt modelId="{6CC9F4BC-62FB-41DB-BE25-D03CC9E60D75}" type="parTrans" cxnId="{C05D42F3-5C5B-4D3C-970F-62755B800065}">
      <dgm:prSet/>
      <dgm:spPr/>
      <dgm:t>
        <a:bodyPr/>
        <a:lstStyle/>
        <a:p>
          <a:endParaRPr lang="en-US"/>
        </a:p>
      </dgm:t>
    </dgm:pt>
    <dgm:pt modelId="{AC91BC8B-8EC0-4DBD-B1FA-523659EE21AE}" type="sibTrans" cxnId="{C05D42F3-5C5B-4D3C-970F-62755B800065}">
      <dgm:prSet/>
      <dgm:spPr/>
      <dgm:t>
        <a:bodyPr/>
        <a:lstStyle/>
        <a:p>
          <a:endParaRPr lang="en-US"/>
        </a:p>
      </dgm:t>
    </dgm:pt>
    <dgm:pt modelId="{66F35DCD-A0D1-4A81-990C-D142B1A71F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Next Step: Functional MVP testing with users</a:t>
          </a:r>
        </a:p>
      </dgm:t>
    </dgm:pt>
    <dgm:pt modelId="{D0F5D217-4C5D-422C-BCAB-E9A16DF974FF}" type="parTrans" cxnId="{8BD10796-11D6-40F4-9788-EB23A08EBB20}">
      <dgm:prSet/>
      <dgm:spPr/>
      <dgm:t>
        <a:bodyPr/>
        <a:lstStyle/>
        <a:p>
          <a:endParaRPr lang="en-US"/>
        </a:p>
      </dgm:t>
    </dgm:pt>
    <dgm:pt modelId="{851DBD13-C380-4727-96A8-9142A51042FA}" type="sibTrans" cxnId="{8BD10796-11D6-40F4-9788-EB23A08EBB20}">
      <dgm:prSet/>
      <dgm:spPr/>
      <dgm:t>
        <a:bodyPr/>
        <a:lstStyle/>
        <a:p>
          <a:endParaRPr lang="en-US"/>
        </a:p>
      </dgm:t>
    </dgm:pt>
    <dgm:pt modelId="{ECC7B668-A311-493C-B743-BA4B1CD62688}" type="pres">
      <dgm:prSet presAssocID="{6FF0ACD4-E3E8-40CB-BC8A-135618E1293F}" presName="root" presStyleCnt="0">
        <dgm:presLayoutVars>
          <dgm:dir/>
          <dgm:resizeHandles val="exact"/>
        </dgm:presLayoutVars>
      </dgm:prSet>
      <dgm:spPr/>
    </dgm:pt>
    <dgm:pt modelId="{810B735B-884F-459B-8B50-4FD90AA093E3}" type="pres">
      <dgm:prSet presAssocID="{E10E002E-51B7-4FAE-9194-6367B500766B}" presName="compNode" presStyleCnt="0"/>
      <dgm:spPr/>
    </dgm:pt>
    <dgm:pt modelId="{07D0658E-512C-4B4F-A1D9-BFC8089DE247}" type="pres">
      <dgm:prSet presAssocID="{E10E002E-51B7-4FAE-9194-6367B500766B}" presName="bgRect" presStyleLbl="bgShp" presStyleIdx="0" presStyleCnt="4"/>
      <dgm:spPr/>
    </dgm:pt>
    <dgm:pt modelId="{FA4DBF7C-2089-4F0E-93C8-C07DE03136FE}" type="pres">
      <dgm:prSet presAssocID="{E10E002E-51B7-4FAE-9194-6367B500766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CEC3CACF-0AF9-4EF7-9295-7B4986C14CF2}" type="pres">
      <dgm:prSet presAssocID="{E10E002E-51B7-4FAE-9194-6367B500766B}" presName="spaceRect" presStyleCnt="0"/>
      <dgm:spPr/>
    </dgm:pt>
    <dgm:pt modelId="{864E37C7-6BCF-4287-A345-5D472ED274EA}" type="pres">
      <dgm:prSet presAssocID="{E10E002E-51B7-4FAE-9194-6367B500766B}" presName="parTx" presStyleLbl="revTx" presStyleIdx="0" presStyleCnt="4">
        <dgm:presLayoutVars>
          <dgm:chMax val="0"/>
          <dgm:chPref val="0"/>
        </dgm:presLayoutVars>
      </dgm:prSet>
      <dgm:spPr/>
    </dgm:pt>
    <dgm:pt modelId="{9105FAE8-E373-47FF-8A95-0CEAAE48C808}" type="pres">
      <dgm:prSet presAssocID="{267784DF-F006-498D-9544-415D6AB9B6D0}" presName="sibTrans" presStyleCnt="0"/>
      <dgm:spPr/>
    </dgm:pt>
    <dgm:pt modelId="{5EB72984-4CCE-4950-BA21-BA892A62B279}" type="pres">
      <dgm:prSet presAssocID="{A40DB843-2BA9-4AAF-8B94-FBA1194A629B}" presName="compNode" presStyleCnt="0"/>
      <dgm:spPr/>
    </dgm:pt>
    <dgm:pt modelId="{FB160629-5355-4B58-9449-7A719EF6D16C}" type="pres">
      <dgm:prSet presAssocID="{A40DB843-2BA9-4AAF-8B94-FBA1194A629B}" presName="bgRect" presStyleLbl="bgShp" presStyleIdx="1" presStyleCnt="4"/>
      <dgm:spPr/>
    </dgm:pt>
    <dgm:pt modelId="{23A593FB-F11F-45E8-85C6-11209278723B}" type="pres">
      <dgm:prSet presAssocID="{A40DB843-2BA9-4AAF-8B94-FBA1194A629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D68903F5-4AFE-4A8C-8EF9-DDD5D92D567D}" type="pres">
      <dgm:prSet presAssocID="{A40DB843-2BA9-4AAF-8B94-FBA1194A629B}" presName="spaceRect" presStyleCnt="0"/>
      <dgm:spPr/>
    </dgm:pt>
    <dgm:pt modelId="{9E04E7FD-83CA-43AB-BEA0-151442D6954D}" type="pres">
      <dgm:prSet presAssocID="{A40DB843-2BA9-4AAF-8B94-FBA1194A629B}" presName="parTx" presStyleLbl="revTx" presStyleIdx="1" presStyleCnt="4">
        <dgm:presLayoutVars>
          <dgm:chMax val="0"/>
          <dgm:chPref val="0"/>
        </dgm:presLayoutVars>
      </dgm:prSet>
      <dgm:spPr/>
    </dgm:pt>
    <dgm:pt modelId="{D79D1DF6-1AEE-4058-941A-0713BB1E8259}" type="pres">
      <dgm:prSet presAssocID="{1324BAE5-7463-422A-B930-42A253BD96EA}" presName="sibTrans" presStyleCnt="0"/>
      <dgm:spPr/>
    </dgm:pt>
    <dgm:pt modelId="{D05D5909-ED00-429D-81ED-DE1A211D0D6A}" type="pres">
      <dgm:prSet presAssocID="{65825E88-CE9B-48D2-ABA1-C8CC0632A653}" presName="compNode" presStyleCnt="0"/>
      <dgm:spPr/>
    </dgm:pt>
    <dgm:pt modelId="{BFAD5058-71B7-4894-B73C-4362A81EA037}" type="pres">
      <dgm:prSet presAssocID="{65825E88-CE9B-48D2-ABA1-C8CC0632A653}" presName="bgRect" presStyleLbl="bgShp" presStyleIdx="2" presStyleCnt="4"/>
      <dgm:spPr/>
    </dgm:pt>
    <dgm:pt modelId="{8149E30A-D2E8-405F-99F4-D959D92B836B}" type="pres">
      <dgm:prSet presAssocID="{65825E88-CE9B-48D2-ABA1-C8CC0632A65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B0F846CC-2E94-4233-BFC8-6347A03A92F9}" type="pres">
      <dgm:prSet presAssocID="{65825E88-CE9B-48D2-ABA1-C8CC0632A653}" presName="spaceRect" presStyleCnt="0"/>
      <dgm:spPr/>
    </dgm:pt>
    <dgm:pt modelId="{9F32E7D0-1288-4680-A9CC-8267C5B92097}" type="pres">
      <dgm:prSet presAssocID="{65825E88-CE9B-48D2-ABA1-C8CC0632A653}" presName="parTx" presStyleLbl="revTx" presStyleIdx="2" presStyleCnt="4">
        <dgm:presLayoutVars>
          <dgm:chMax val="0"/>
          <dgm:chPref val="0"/>
        </dgm:presLayoutVars>
      </dgm:prSet>
      <dgm:spPr/>
    </dgm:pt>
    <dgm:pt modelId="{018D0558-2547-4B2E-90CD-3C76FE9EB5B5}" type="pres">
      <dgm:prSet presAssocID="{AC91BC8B-8EC0-4DBD-B1FA-523659EE21AE}" presName="sibTrans" presStyleCnt="0"/>
      <dgm:spPr/>
    </dgm:pt>
    <dgm:pt modelId="{89DBE0FB-5E13-4FAD-B6B0-AEE1601EA80E}" type="pres">
      <dgm:prSet presAssocID="{66F35DCD-A0D1-4A81-990C-D142B1A71F42}" presName="compNode" presStyleCnt="0"/>
      <dgm:spPr/>
    </dgm:pt>
    <dgm:pt modelId="{3A00AE9F-8740-4778-8015-5E4A1E2CC42A}" type="pres">
      <dgm:prSet presAssocID="{66F35DCD-A0D1-4A81-990C-D142B1A71F42}" presName="bgRect" presStyleLbl="bgShp" presStyleIdx="3" presStyleCnt="4"/>
      <dgm:spPr/>
    </dgm:pt>
    <dgm:pt modelId="{F1ACC402-C025-4383-A72A-5A23534303F1}" type="pres">
      <dgm:prSet presAssocID="{66F35DCD-A0D1-4A81-990C-D142B1A71F4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2E4656C-9553-44F4-904B-760314B97242}" type="pres">
      <dgm:prSet presAssocID="{66F35DCD-A0D1-4A81-990C-D142B1A71F42}" presName="spaceRect" presStyleCnt="0"/>
      <dgm:spPr/>
    </dgm:pt>
    <dgm:pt modelId="{7A42067D-3F10-4727-8147-F1EDA9DD256C}" type="pres">
      <dgm:prSet presAssocID="{66F35DCD-A0D1-4A81-990C-D142B1A71F4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DBEBD2A-768D-4508-9802-649254E5F1D8}" type="presOf" srcId="{66F35DCD-A0D1-4A81-990C-D142B1A71F42}" destId="{7A42067D-3F10-4727-8147-F1EDA9DD256C}" srcOrd="0" destOrd="0" presId="urn:microsoft.com/office/officeart/2018/2/layout/IconVerticalSolidList"/>
    <dgm:cxn modelId="{52534D3F-6CE2-474F-94F5-FD101B56ADD6}" srcId="{6FF0ACD4-E3E8-40CB-BC8A-135618E1293F}" destId="{E10E002E-51B7-4FAE-9194-6367B500766B}" srcOrd="0" destOrd="0" parTransId="{5E493B75-F4B8-40D2-A7AC-FF3D7526155B}" sibTransId="{267784DF-F006-498D-9544-415D6AB9B6D0}"/>
    <dgm:cxn modelId="{5649174D-B623-4DBC-AB35-5C372482F129}" type="presOf" srcId="{6FF0ACD4-E3E8-40CB-BC8A-135618E1293F}" destId="{ECC7B668-A311-493C-B743-BA4B1CD62688}" srcOrd="0" destOrd="0" presId="urn:microsoft.com/office/officeart/2018/2/layout/IconVerticalSolidList"/>
    <dgm:cxn modelId="{095F7979-DBE4-4291-846D-22B6E22ABA11}" type="presOf" srcId="{65825E88-CE9B-48D2-ABA1-C8CC0632A653}" destId="{9F32E7D0-1288-4680-A9CC-8267C5B92097}" srcOrd="0" destOrd="0" presId="urn:microsoft.com/office/officeart/2018/2/layout/IconVerticalSolidList"/>
    <dgm:cxn modelId="{8BD10796-11D6-40F4-9788-EB23A08EBB20}" srcId="{6FF0ACD4-E3E8-40CB-BC8A-135618E1293F}" destId="{66F35DCD-A0D1-4A81-990C-D142B1A71F42}" srcOrd="3" destOrd="0" parTransId="{D0F5D217-4C5D-422C-BCAB-E9A16DF974FF}" sibTransId="{851DBD13-C380-4727-96A8-9142A51042FA}"/>
    <dgm:cxn modelId="{3EAB06BF-4FD2-41AC-A002-093E99FD113B}" srcId="{6FF0ACD4-E3E8-40CB-BC8A-135618E1293F}" destId="{A40DB843-2BA9-4AAF-8B94-FBA1194A629B}" srcOrd="1" destOrd="0" parTransId="{B6183C1C-8314-44B5-8E77-64C4C3159D95}" sibTransId="{1324BAE5-7463-422A-B930-42A253BD96EA}"/>
    <dgm:cxn modelId="{83BBA8CB-CBC1-4420-A1BD-FEBE99267189}" type="presOf" srcId="{A40DB843-2BA9-4AAF-8B94-FBA1194A629B}" destId="{9E04E7FD-83CA-43AB-BEA0-151442D6954D}" srcOrd="0" destOrd="0" presId="urn:microsoft.com/office/officeart/2018/2/layout/IconVerticalSolidList"/>
    <dgm:cxn modelId="{A3A561ED-DEF1-4330-A6B1-B23B04D5650C}" type="presOf" srcId="{E10E002E-51B7-4FAE-9194-6367B500766B}" destId="{864E37C7-6BCF-4287-A345-5D472ED274EA}" srcOrd="0" destOrd="0" presId="urn:microsoft.com/office/officeart/2018/2/layout/IconVerticalSolidList"/>
    <dgm:cxn modelId="{C05D42F3-5C5B-4D3C-970F-62755B800065}" srcId="{6FF0ACD4-E3E8-40CB-BC8A-135618E1293F}" destId="{65825E88-CE9B-48D2-ABA1-C8CC0632A653}" srcOrd="2" destOrd="0" parTransId="{6CC9F4BC-62FB-41DB-BE25-D03CC9E60D75}" sibTransId="{AC91BC8B-8EC0-4DBD-B1FA-523659EE21AE}"/>
    <dgm:cxn modelId="{8BEA541F-E908-4832-8BFB-934B83462382}" type="presParOf" srcId="{ECC7B668-A311-493C-B743-BA4B1CD62688}" destId="{810B735B-884F-459B-8B50-4FD90AA093E3}" srcOrd="0" destOrd="0" presId="urn:microsoft.com/office/officeart/2018/2/layout/IconVerticalSolidList"/>
    <dgm:cxn modelId="{355059A1-427E-415E-9038-D87A9714220E}" type="presParOf" srcId="{810B735B-884F-459B-8B50-4FD90AA093E3}" destId="{07D0658E-512C-4B4F-A1D9-BFC8089DE247}" srcOrd="0" destOrd="0" presId="urn:microsoft.com/office/officeart/2018/2/layout/IconVerticalSolidList"/>
    <dgm:cxn modelId="{10FE7FD5-A2C2-4CC1-B22E-20B91341177B}" type="presParOf" srcId="{810B735B-884F-459B-8B50-4FD90AA093E3}" destId="{FA4DBF7C-2089-4F0E-93C8-C07DE03136FE}" srcOrd="1" destOrd="0" presId="urn:microsoft.com/office/officeart/2018/2/layout/IconVerticalSolidList"/>
    <dgm:cxn modelId="{92F72431-F793-4C91-91AD-0BD4D600E511}" type="presParOf" srcId="{810B735B-884F-459B-8B50-4FD90AA093E3}" destId="{CEC3CACF-0AF9-4EF7-9295-7B4986C14CF2}" srcOrd="2" destOrd="0" presId="urn:microsoft.com/office/officeart/2018/2/layout/IconVerticalSolidList"/>
    <dgm:cxn modelId="{B0D10C44-2887-464E-B77C-F3CFC3095F74}" type="presParOf" srcId="{810B735B-884F-459B-8B50-4FD90AA093E3}" destId="{864E37C7-6BCF-4287-A345-5D472ED274EA}" srcOrd="3" destOrd="0" presId="urn:microsoft.com/office/officeart/2018/2/layout/IconVerticalSolidList"/>
    <dgm:cxn modelId="{98BAE7C5-E363-4BAB-8C09-CD92EECF5772}" type="presParOf" srcId="{ECC7B668-A311-493C-B743-BA4B1CD62688}" destId="{9105FAE8-E373-47FF-8A95-0CEAAE48C808}" srcOrd="1" destOrd="0" presId="urn:microsoft.com/office/officeart/2018/2/layout/IconVerticalSolidList"/>
    <dgm:cxn modelId="{3C7CD533-9CBB-41A6-8465-9CFE6518AEC3}" type="presParOf" srcId="{ECC7B668-A311-493C-B743-BA4B1CD62688}" destId="{5EB72984-4CCE-4950-BA21-BA892A62B279}" srcOrd="2" destOrd="0" presId="urn:microsoft.com/office/officeart/2018/2/layout/IconVerticalSolidList"/>
    <dgm:cxn modelId="{808016CB-4813-45BC-8235-6444911776D9}" type="presParOf" srcId="{5EB72984-4CCE-4950-BA21-BA892A62B279}" destId="{FB160629-5355-4B58-9449-7A719EF6D16C}" srcOrd="0" destOrd="0" presId="urn:microsoft.com/office/officeart/2018/2/layout/IconVerticalSolidList"/>
    <dgm:cxn modelId="{9252A0E1-C1BE-4639-9EDB-8EACBA774FF3}" type="presParOf" srcId="{5EB72984-4CCE-4950-BA21-BA892A62B279}" destId="{23A593FB-F11F-45E8-85C6-11209278723B}" srcOrd="1" destOrd="0" presId="urn:microsoft.com/office/officeart/2018/2/layout/IconVerticalSolidList"/>
    <dgm:cxn modelId="{0BFC893C-AFB3-4C2E-B9F4-6A0B296AF0FA}" type="presParOf" srcId="{5EB72984-4CCE-4950-BA21-BA892A62B279}" destId="{D68903F5-4AFE-4A8C-8EF9-DDD5D92D567D}" srcOrd="2" destOrd="0" presId="urn:microsoft.com/office/officeart/2018/2/layout/IconVerticalSolidList"/>
    <dgm:cxn modelId="{3E0655F9-62DC-422F-AC91-65E94F98FA50}" type="presParOf" srcId="{5EB72984-4CCE-4950-BA21-BA892A62B279}" destId="{9E04E7FD-83CA-43AB-BEA0-151442D6954D}" srcOrd="3" destOrd="0" presId="urn:microsoft.com/office/officeart/2018/2/layout/IconVerticalSolidList"/>
    <dgm:cxn modelId="{6142CCF3-F679-46C7-B235-3BDDBC2390C7}" type="presParOf" srcId="{ECC7B668-A311-493C-B743-BA4B1CD62688}" destId="{D79D1DF6-1AEE-4058-941A-0713BB1E8259}" srcOrd="3" destOrd="0" presId="urn:microsoft.com/office/officeart/2018/2/layout/IconVerticalSolidList"/>
    <dgm:cxn modelId="{5CE933AE-F774-4933-870C-310572E5E8D0}" type="presParOf" srcId="{ECC7B668-A311-493C-B743-BA4B1CD62688}" destId="{D05D5909-ED00-429D-81ED-DE1A211D0D6A}" srcOrd="4" destOrd="0" presId="urn:microsoft.com/office/officeart/2018/2/layout/IconVerticalSolidList"/>
    <dgm:cxn modelId="{09554053-C3E1-4546-9E0A-35ABF689DD63}" type="presParOf" srcId="{D05D5909-ED00-429D-81ED-DE1A211D0D6A}" destId="{BFAD5058-71B7-4894-B73C-4362A81EA037}" srcOrd="0" destOrd="0" presId="urn:microsoft.com/office/officeart/2018/2/layout/IconVerticalSolidList"/>
    <dgm:cxn modelId="{762BA7F4-2BFC-4D85-8C00-AB60F9FBB8CC}" type="presParOf" srcId="{D05D5909-ED00-429D-81ED-DE1A211D0D6A}" destId="{8149E30A-D2E8-405F-99F4-D959D92B836B}" srcOrd="1" destOrd="0" presId="urn:microsoft.com/office/officeart/2018/2/layout/IconVerticalSolidList"/>
    <dgm:cxn modelId="{DFC120F0-B063-40D9-9A8F-6361462F5427}" type="presParOf" srcId="{D05D5909-ED00-429D-81ED-DE1A211D0D6A}" destId="{B0F846CC-2E94-4233-BFC8-6347A03A92F9}" srcOrd="2" destOrd="0" presId="urn:microsoft.com/office/officeart/2018/2/layout/IconVerticalSolidList"/>
    <dgm:cxn modelId="{B0B48710-D3AC-4486-9E02-6FA4E60040B2}" type="presParOf" srcId="{D05D5909-ED00-429D-81ED-DE1A211D0D6A}" destId="{9F32E7D0-1288-4680-A9CC-8267C5B92097}" srcOrd="3" destOrd="0" presId="urn:microsoft.com/office/officeart/2018/2/layout/IconVerticalSolidList"/>
    <dgm:cxn modelId="{C175B9A5-B778-416F-9A9C-E8D4F1399261}" type="presParOf" srcId="{ECC7B668-A311-493C-B743-BA4B1CD62688}" destId="{018D0558-2547-4B2E-90CD-3C76FE9EB5B5}" srcOrd="5" destOrd="0" presId="urn:microsoft.com/office/officeart/2018/2/layout/IconVerticalSolidList"/>
    <dgm:cxn modelId="{7EE616A1-0BBD-48FC-9F58-69EDF023A58E}" type="presParOf" srcId="{ECC7B668-A311-493C-B743-BA4B1CD62688}" destId="{89DBE0FB-5E13-4FAD-B6B0-AEE1601EA80E}" srcOrd="6" destOrd="0" presId="urn:microsoft.com/office/officeart/2018/2/layout/IconVerticalSolidList"/>
    <dgm:cxn modelId="{2780A426-6343-44D5-AA31-45459CAF4B63}" type="presParOf" srcId="{89DBE0FB-5E13-4FAD-B6B0-AEE1601EA80E}" destId="{3A00AE9F-8740-4778-8015-5E4A1E2CC42A}" srcOrd="0" destOrd="0" presId="urn:microsoft.com/office/officeart/2018/2/layout/IconVerticalSolidList"/>
    <dgm:cxn modelId="{7EFECB8E-B5CB-4A4D-A167-714D911B4FAC}" type="presParOf" srcId="{89DBE0FB-5E13-4FAD-B6B0-AEE1601EA80E}" destId="{F1ACC402-C025-4383-A72A-5A23534303F1}" srcOrd="1" destOrd="0" presId="urn:microsoft.com/office/officeart/2018/2/layout/IconVerticalSolidList"/>
    <dgm:cxn modelId="{A9E4D9B8-FEDB-4585-8AAA-4240ED65A89B}" type="presParOf" srcId="{89DBE0FB-5E13-4FAD-B6B0-AEE1601EA80E}" destId="{B2E4656C-9553-44F4-904B-760314B97242}" srcOrd="2" destOrd="0" presId="urn:microsoft.com/office/officeart/2018/2/layout/IconVerticalSolidList"/>
    <dgm:cxn modelId="{5EAEA350-BE24-4B19-95D3-0AEF6A783A55}" type="presParOf" srcId="{89DBE0FB-5E13-4FAD-B6B0-AEE1601EA80E}" destId="{7A42067D-3F10-4727-8147-F1EDA9DD256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902A5C-5743-40ED-AA8A-61DAE8F5A848}" type="doc">
      <dgm:prSet loTypeId="urn:microsoft.com/office/officeart/2005/8/layout/vList2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5AC99DDB-C76A-4A7E-BA2F-6B59D2E0F475}">
      <dgm:prSet/>
      <dgm:spPr/>
      <dgm:t>
        <a:bodyPr/>
        <a:lstStyle/>
        <a:p>
          <a:r>
            <a:rPr lang="en-US" dirty="0">
              <a:latin typeface="+mj-lt"/>
            </a:rPr>
            <a:t>Individual car owners</a:t>
          </a:r>
        </a:p>
      </dgm:t>
    </dgm:pt>
    <dgm:pt modelId="{3678F170-797E-4283-A44E-0293DECF0BDD}" type="parTrans" cxnId="{0A7FA786-D11B-4222-9D13-9EB1DBCB12CF}">
      <dgm:prSet/>
      <dgm:spPr/>
      <dgm:t>
        <a:bodyPr/>
        <a:lstStyle/>
        <a:p>
          <a:endParaRPr lang="en-US"/>
        </a:p>
      </dgm:t>
    </dgm:pt>
    <dgm:pt modelId="{0FEE0975-FEF2-4740-881E-2920310BB689}" type="sibTrans" cxnId="{0A7FA786-D11B-4222-9D13-9EB1DBCB12CF}">
      <dgm:prSet/>
      <dgm:spPr/>
      <dgm:t>
        <a:bodyPr/>
        <a:lstStyle/>
        <a:p>
          <a:endParaRPr lang="en-US"/>
        </a:p>
      </dgm:t>
    </dgm:pt>
    <dgm:pt modelId="{F0620F94-526E-425E-9CFB-83896550F046}">
      <dgm:prSet/>
      <dgm:spPr/>
      <dgm:t>
        <a:bodyPr/>
        <a:lstStyle/>
        <a:p>
          <a:r>
            <a:rPr lang="en-US" dirty="0">
              <a:latin typeface="+mj-lt"/>
            </a:rPr>
            <a:t>Fleet management companies</a:t>
          </a:r>
        </a:p>
      </dgm:t>
    </dgm:pt>
    <dgm:pt modelId="{2680EA01-4C30-4FA7-8E18-993DB46B8B17}" type="parTrans" cxnId="{1F52433F-6645-43C0-B16A-70715497F200}">
      <dgm:prSet/>
      <dgm:spPr/>
      <dgm:t>
        <a:bodyPr/>
        <a:lstStyle/>
        <a:p>
          <a:endParaRPr lang="en-US"/>
        </a:p>
      </dgm:t>
    </dgm:pt>
    <dgm:pt modelId="{05CE6B26-7A29-4A87-8F52-1D49F7706DD5}" type="sibTrans" cxnId="{1F52433F-6645-43C0-B16A-70715497F200}">
      <dgm:prSet/>
      <dgm:spPr/>
      <dgm:t>
        <a:bodyPr/>
        <a:lstStyle/>
        <a:p>
          <a:endParaRPr lang="en-US"/>
        </a:p>
      </dgm:t>
    </dgm:pt>
    <dgm:pt modelId="{F66A1FBF-9027-4D04-8559-85588C61BCB3}">
      <dgm:prSet/>
      <dgm:spPr/>
      <dgm:t>
        <a:bodyPr/>
        <a:lstStyle/>
        <a:p>
          <a:r>
            <a:rPr lang="en-US" dirty="0">
              <a:latin typeface="+mj-lt"/>
            </a:rPr>
            <a:t>Mechanics &amp; service center</a:t>
          </a:r>
        </a:p>
      </dgm:t>
    </dgm:pt>
    <dgm:pt modelId="{816F6C13-0528-4AA6-A94B-ED0F294A1EEF}" type="parTrans" cxnId="{16A1B103-41D1-4301-8970-11D4236E22FE}">
      <dgm:prSet/>
      <dgm:spPr/>
      <dgm:t>
        <a:bodyPr/>
        <a:lstStyle/>
        <a:p>
          <a:endParaRPr lang="en-US"/>
        </a:p>
      </dgm:t>
    </dgm:pt>
    <dgm:pt modelId="{285E218A-DDB4-4ABE-A099-8E540DB57BF3}" type="sibTrans" cxnId="{16A1B103-41D1-4301-8970-11D4236E22FE}">
      <dgm:prSet/>
      <dgm:spPr/>
      <dgm:t>
        <a:bodyPr/>
        <a:lstStyle/>
        <a:p>
          <a:endParaRPr lang="en-US"/>
        </a:p>
      </dgm:t>
    </dgm:pt>
    <dgm:pt modelId="{31B475B4-21FC-410C-8008-148AFEF4FC6C}" type="pres">
      <dgm:prSet presAssocID="{8B902A5C-5743-40ED-AA8A-61DAE8F5A848}" presName="linear" presStyleCnt="0">
        <dgm:presLayoutVars>
          <dgm:animLvl val="lvl"/>
          <dgm:resizeHandles val="exact"/>
        </dgm:presLayoutVars>
      </dgm:prSet>
      <dgm:spPr/>
    </dgm:pt>
    <dgm:pt modelId="{1B5A1754-9B18-4F5F-BF2B-7FC58E2BD6DD}" type="pres">
      <dgm:prSet presAssocID="{5AC99DDB-C76A-4A7E-BA2F-6B59D2E0F475}" presName="parentText" presStyleLbl="node1" presStyleIdx="0" presStyleCnt="3" custLinFactNeighborX="-4363">
        <dgm:presLayoutVars>
          <dgm:chMax val="0"/>
          <dgm:bulletEnabled val="1"/>
        </dgm:presLayoutVars>
      </dgm:prSet>
      <dgm:spPr/>
    </dgm:pt>
    <dgm:pt modelId="{15CF97AC-B89B-454A-B79A-83C67E28ED05}" type="pres">
      <dgm:prSet presAssocID="{0FEE0975-FEF2-4740-881E-2920310BB689}" presName="spacer" presStyleCnt="0"/>
      <dgm:spPr/>
    </dgm:pt>
    <dgm:pt modelId="{B9BAF8BB-14D3-4BDE-9914-437A087BBF93}" type="pres">
      <dgm:prSet presAssocID="{F0620F94-526E-425E-9CFB-83896550F04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887F924-D73C-48DD-985A-EF1591D53CC7}" type="pres">
      <dgm:prSet presAssocID="{05CE6B26-7A29-4A87-8F52-1D49F7706DD5}" presName="spacer" presStyleCnt="0"/>
      <dgm:spPr/>
    </dgm:pt>
    <dgm:pt modelId="{3606DF94-2151-42B4-9AD0-A3A1EB18E825}" type="pres">
      <dgm:prSet presAssocID="{F66A1FBF-9027-4D04-8559-85588C61BCB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6A1B103-41D1-4301-8970-11D4236E22FE}" srcId="{8B902A5C-5743-40ED-AA8A-61DAE8F5A848}" destId="{F66A1FBF-9027-4D04-8559-85588C61BCB3}" srcOrd="2" destOrd="0" parTransId="{816F6C13-0528-4AA6-A94B-ED0F294A1EEF}" sibTransId="{285E218A-DDB4-4ABE-A099-8E540DB57BF3}"/>
    <dgm:cxn modelId="{3C557623-7BF2-4991-BBEA-4643CD6B69FC}" type="presOf" srcId="{5AC99DDB-C76A-4A7E-BA2F-6B59D2E0F475}" destId="{1B5A1754-9B18-4F5F-BF2B-7FC58E2BD6DD}" srcOrd="0" destOrd="0" presId="urn:microsoft.com/office/officeart/2005/8/layout/vList2"/>
    <dgm:cxn modelId="{5716D225-6127-44D0-9AF8-1D1C2E821656}" type="presOf" srcId="{F0620F94-526E-425E-9CFB-83896550F046}" destId="{B9BAF8BB-14D3-4BDE-9914-437A087BBF93}" srcOrd="0" destOrd="0" presId="urn:microsoft.com/office/officeart/2005/8/layout/vList2"/>
    <dgm:cxn modelId="{1F52433F-6645-43C0-B16A-70715497F200}" srcId="{8B902A5C-5743-40ED-AA8A-61DAE8F5A848}" destId="{F0620F94-526E-425E-9CFB-83896550F046}" srcOrd="1" destOrd="0" parTransId="{2680EA01-4C30-4FA7-8E18-993DB46B8B17}" sibTransId="{05CE6B26-7A29-4A87-8F52-1D49F7706DD5}"/>
    <dgm:cxn modelId="{0A7FA786-D11B-4222-9D13-9EB1DBCB12CF}" srcId="{8B902A5C-5743-40ED-AA8A-61DAE8F5A848}" destId="{5AC99DDB-C76A-4A7E-BA2F-6B59D2E0F475}" srcOrd="0" destOrd="0" parTransId="{3678F170-797E-4283-A44E-0293DECF0BDD}" sibTransId="{0FEE0975-FEF2-4740-881E-2920310BB689}"/>
    <dgm:cxn modelId="{F80C5CAF-980E-4B70-971E-834550378D30}" type="presOf" srcId="{8B902A5C-5743-40ED-AA8A-61DAE8F5A848}" destId="{31B475B4-21FC-410C-8008-148AFEF4FC6C}" srcOrd="0" destOrd="0" presId="urn:microsoft.com/office/officeart/2005/8/layout/vList2"/>
    <dgm:cxn modelId="{10E196D9-B210-4319-8AA6-20FBD3D9AC19}" type="presOf" srcId="{F66A1FBF-9027-4D04-8559-85588C61BCB3}" destId="{3606DF94-2151-42B4-9AD0-A3A1EB18E825}" srcOrd="0" destOrd="0" presId="urn:microsoft.com/office/officeart/2005/8/layout/vList2"/>
    <dgm:cxn modelId="{1FFBC2C1-D9E2-4FDB-9A5E-20E76458EC5E}" type="presParOf" srcId="{31B475B4-21FC-410C-8008-148AFEF4FC6C}" destId="{1B5A1754-9B18-4F5F-BF2B-7FC58E2BD6DD}" srcOrd="0" destOrd="0" presId="urn:microsoft.com/office/officeart/2005/8/layout/vList2"/>
    <dgm:cxn modelId="{D4E1663B-60F1-437F-9C62-D9EA7E083372}" type="presParOf" srcId="{31B475B4-21FC-410C-8008-148AFEF4FC6C}" destId="{15CF97AC-B89B-454A-B79A-83C67E28ED05}" srcOrd="1" destOrd="0" presId="urn:microsoft.com/office/officeart/2005/8/layout/vList2"/>
    <dgm:cxn modelId="{0C9A331A-EF1E-4F28-A79E-855DAB752839}" type="presParOf" srcId="{31B475B4-21FC-410C-8008-148AFEF4FC6C}" destId="{B9BAF8BB-14D3-4BDE-9914-437A087BBF93}" srcOrd="2" destOrd="0" presId="urn:microsoft.com/office/officeart/2005/8/layout/vList2"/>
    <dgm:cxn modelId="{EFD56270-CBCB-4E30-9C09-968B6DFFFA20}" type="presParOf" srcId="{31B475B4-21FC-410C-8008-148AFEF4FC6C}" destId="{4887F924-D73C-48DD-985A-EF1591D53CC7}" srcOrd="3" destOrd="0" presId="urn:microsoft.com/office/officeart/2005/8/layout/vList2"/>
    <dgm:cxn modelId="{80005F50-E697-42B6-A052-89F9E3FC96DF}" type="presParOf" srcId="{31B475B4-21FC-410C-8008-148AFEF4FC6C}" destId="{3606DF94-2151-42B4-9AD0-A3A1EB18E82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4F65CE-BE8D-4DA3-A5D2-08EF1912D27C}" type="doc">
      <dgm:prSet loTypeId="urn:microsoft.com/office/officeart/2005/8/layout/process4" loCatId="process" qsTypeId="urn:microsoft.com/office/officeart/2005/8/quickstyle/simple1" qsCatId="simple" csTypeId="urn:microsoft.com/office/officeart/2005/8/colors/accent2_3" csCatId="accent2"/>
      <dgm:spPr/>
      <dgm:t>
        <a:bodyPr/>
        <a:lstStyle/>
        <a:p>
          <a:endParaRPr lang="en-US"/>
        </a:p>
      </dgm:t>
    </dgm:pt>
    <dgm:pt modelId="{7848FD8D-052A-4A2C-AB9E-632930C37411}">
      <dgm:prSet/>
      <dgm:spPr/>
      <dgm:t>
        <a:bodyPr/>
        <a:lstStyle/>
        <a:p>
          <a:r>
            <a:rPr lang="en-US" dirty="0">
              <a:latin typeface="+mj-lt"/>
            </a:rPr>
            <a:t>Model: Freemium + Subscription</a:t>
          </a:r>
        </a:p>
      </dgm:t>
    </dgm:pt>
    <dgm:pt modelId="{0E5E0899-0C26-44F8-96A5-967AF9C2DFA8}" type="parTrans" cxnId="{CC624690-72C5-4841-BC29-209AEE0B0CD8}">
      <dgm:prSet/>
      <dgm:spPr/>
      <dgm:t>
        <a:bodyPr/>
        <a:lstStyle/>
        <a:p>
          <a:endParaRPr lang="en-US"/>
        </a:p>
      </dgm:t>
    </dgm:pt>
    <dgm:pt modelId="{BB139472-478C-4359-9031-6E6EDCF1E081}" type="sibTrans" cxnId="{CC624690-72C5-4841-BC29-209AEE0B0CD8}">
      <dgm:prSet/>
      <dgm:spPr/>
      <dgm:t>
        <a:bodyPr/>
        <a:lstStyle/>
        <a:p>
          <a:endParaRPr lang="en-US"/>
        </a:p>
      </dgm:t>
    </dgm:pt>
    <dgm:pt modelId="{B97B3C9A-9F04-4B69-952F-F132E48B90CF}">
      <dgm:prSet/>
      <dgm:spPr/>
      <dgm:t>
        <a:bodyPr/>
        <a:lstStyle/>
        <a:p>
          <a:r>
            <a:rPr lang="en-US" dirty="0">
              <a:latin typeface="+mj-lt"/>
            </a:rPr>
            <a:t>Revenue: Service commissions, premium plans, partner ads</a:t>
          </a:r>
        </a:p>
      </dgm:t>
    </dgm:pt>
    <dgm:pt modelId="{9358557B-C0D1-464A-8983-6FDCAB7B8739}" type="parTrans" cxnId="{E0949295-15D6-4C04-B89E-B393F6F57A17}">
      <dgm:prSet/>
      <dgm:spPr/>
      <dgm:t>
        <a:bodyPr/>
        <a:lstStyle/>
        <a:p>
          <a:endParaRPr lang="en-US"/>
        </a:p>
      </dgm:t>
    </dgm:pt>
    <dgm:pt modelId="{1D76223C-B3A6-48AF-ACEE-B84AC992981D}" type="sibTrans" cxnId="{E0949295-15D6-4C04-B89E-B393F6F57A17}">
      <dgm:prSet/>
      <dgm:spPr/>
      <dgm:t>
        <a:bodyPr/>
        <a:lstStyle/>
        <a:p>
          <a:endParaRPr lang="en-US"/>
        </a:p>
      </dgm:t>
    </dgm:pt>
    <dgm:pt modelId="{A0790476-7A05-419A-82A1-E6DBE0A58CCC}">
      <dgm:prSet/>
      <dgm:spPr/>
      <dgm:t>
        <a:bodyPr/>
        <a:lstStyle/>
        <a:p>
          <a:r>
            <a:rPr lang="en-US" dirty="0">
              <a:latin typeface="+mj-lt"/>
            </a:rPr>
            <a:t>Channel: B2C &amp; B2B (with garages/fleet operators</a:t>
          </a:r>
          <a:r>
            <a:rPr lang="en-US" dirty="0"/>
            <a:t>)</a:t>
          </a:r>
        </a:p>
      </dgm:t>
    </dgm:pt>
    <dgm:pt modelId="{44F6E66A-BCB3-444B-A09A-9D94F432D72A}" type="parTrans" cxnId="{7083A474-7C14-4167-A7F9-ADC335915749}">
      <dgm:prSet/>
      <dgm:spPr/>
      <dgm:t>
        <a:bodyPr/>
        <a:lstStyle/>
        <a:p>
          <a:endParaRPr lang="en-US"/>
        </a:p>
      </dgm:t>
    </dgm:pt>
    <dgm:pt modelId="{F1223E6A-BB16-4D24-8522-2FEF827A84BD}" type="sibTrans" cxnId="{7083A474-7C14-4167-A7F9-ADC335915749}">
      <dgm:prSet/>
      <dgm:spPr/>
      <dgm:t>
        <a:bodyPr/>
        <a:lstStyle/>
        <a:p>
          <a:endParaRPr lang="en-US"/>
        </a:p>
      </dgm:t>
    </dgm:pt>
    <dgm:pt modelId="{297C5E65-D6FA-441D-AAF4-9F0E661266D4}">
      <dgm:prSet/>
      <dgm:spPr/>
      <dgm:t>
        <a:bodyPr/>
        <a:lstStyle/>
        <a:p>
          <a:r>
            <a:rPr lang="en-US" dirty="0">
              <a:latin typeface="+mj-lt"/>
            </a:rPr>
            <a:t>Strategy: SEO, social media marketing, and garage partnerships</a:t>
          </a:r>
        </a:p>
      </dgm:t>
    </dgm:pt>
    <dgm:pt modelId="{58558FC6-296F-420F-B8E7-A5BF866BE90A}" type="parTrans" cxnId="{CA1303C6-B9D9-4605-B80F-B2B8EFEDEF27}">
      <dgm:prSet/>
      <dgm:spPr/>
      <dgm:t>
        <a:bodyPr/>
        <a:lstStyle/>
        <a:p>
          <a:endParaRPr lang="en-US"/>
        </a:p>
      </dgm:t>
    </dgm:pt>
    <dgm:pt modelId="{4E73BDA9-6650-4DD4-8A54-F5761D48D142}" type="sibTrans" cxnId="{CA1303C6-B9D9-4605-B80F-B2B8EFEDEF27}">
      <dgm:prSet/>
      <dgm:spPr/>
      <dgm:t>
        <a:bodyPr/>
        <a:lstStyle/>
        <a:p>
          <a:endParaRPr lang="en-US"/>
        </a:p>
      </dgm:t>
    </dgm:pt>
    <dgm:pt modelId="{BC53BCDB-386A-4C6A-81DD-880B711392C0}" type="pres">
      <dgm:prSet presAssocID="{6E4F65CE-BE8D-4DA3-A5D2-08EF1912D27C}" presName="Name0" presStyleCnt="0">
        <dgm:presLayoutVars>
          <dgm:dir/>
          <dgm:animLvl val="lvl"/>
          <dgm:resizeHandles val="exact"/>
        </dgm:presLayoutVars>
      </dgm:prSet>
      <dgm:spPr/>
    </dgm:pt>
    <dgm:pt modelId="{EF5CF11E-8FB0-46F5-A262-BAF1A1B7E013}" type="pres">
      <dgm:prSet presAssocID="{297C5E65-D6FA-441D-AAF4-9F0E661266D4}" presName="boxAndChildren" presStyleCnt="0"/>
      <dgm:spPr/>
    </dgm:pt>
    <dgm:pt modelId="{19ACB86F-A72E-4BC7-8FF4-0965DBC89268}" type="pres">
      <dgm:prSet presAssocID="{297C5E65-D6FA-441D-AAF4-9F0E661266D4}" presName="parentTextBox" presStyleLbl="node1" presStyleIdx="0" presStyleCnt="4"/>
      <dgm:spPr/>
    </dgm:pt>
    <dgm:pt modelId="{9DD25E8C-6F17-4623-9351-DE8A3CDD174A}" type="pres">
      <dgm:prSet presAssocID="{F1223E6A-BB16-4D24-8522-2FEF827A84BD}" presName="sp" presStyleCnt="0"/>
      <dgm:spPr/>
    </dgm:pt>
    <dgm:pt modelId="{ECC06A56-2FD4-496D-B4F3-EEB0C29EEEA0}" type="pres">
      <dgm:prSet presAssocID="{A0790476-7A05-419A-82A1-E6DBE0A58CCC}" presName="arrowAndChildren" presStyleCnt="0"/>
      <dgm:spPr/>
    </dgm:pt>
    <dgm:pt modelId="{753A350C-20CA-48A1-ACEF-E44CB1AF3B69}" type="pres">
      <dgm:prSet presAssocID="{A0790476-7A05-419A-82A1-E6DBE0A58CCC}" presName="parentTextArrow" presStyleLbl="node1" presStyleIdx="1" presStyleCnt="4"/>
      <dgm:spPr/>
    </dgm:pt>
    <dgm:pt modelId="{8948736C-1364-4E73-B230-DA3E278D8665}" type="pres">
      <dgm:prSet presAssocID="{1D76223C-B3A6-48AF-ACEE-B84AC992981D}" presName="sp" presStyleCnt="0"/>
      <dgm:spPr/>
    </dgm:pt>
    <dgm:pt modelId="{9499CC71-8E2A-43B2-9CFA-93B6EDB00B4D}" type="pres">
      <dgm:prSet presAssocID="{B97B3C9A-9F04-4B69-952F-F132E48B90CF}" presName="arrowAndChildren" presStyleCnt="0"/>
      <dgm:spPr/>
    </dgm:pt>
    <dgm:pt modelId="{B13A95AE-0A3B-4F2D-B7B5-1671F8559095}" type="pres">
      <dgm:prSet presAssocID="{B97B3C9A-9F04-4B69-952F-F132E48B90CF}" presName="parentTextArrow" presStyleLbl="node1" presStyleIdx="2" presStyleCnt="4"/>
      <dgm:spPr/>
    </dgm:pt>
    <dgm:pt modelId="{63645BF2-4057-447B-A5AF-FEB12AA401FE}" type="pres">
      <dgm:prSet presAssocID="{BB139472-478C-4359-9031-6E6EDCF1E081}" presName="sp" presStyleCnt="0"/>
      <dgm:spPr/>
    </dgm:pt>
    <dgm:pt modelId="{9D641297-CA8C-45B8-8B11-9827851317BC}" type="pres">
      <dgm:prSet presAssocID="{7848FD8D-052A-4A2C-AB9E-632930C37411}" presName="arrowAndChildren" presStyleCnt="0"/>
      <dgm:spPr/>
    </dgm:pt>
    <dgm:pt modelId="{7137E9B3-D90C-4836-A91F-73ACF88DCBC3}" type="pres">
      <dgm:prSet presAssocID="{7848FD8D-052A-4A2C-AB9E-632930C37411}" presName="parentTextArrow" presStyleLbl="node1" presStyleIdx="3" presStyleCnt="4" custLinFactNeighborX="446" custLinFactNeighborY="-2601"/>
      <dgm:spPr/>
    </dgm:pt>
  </dgm:ptLst>
  <dgm:cxnLst>
    <dgm:cxn modelId="{7083A474-7C14-4167-A7F9-ADC335915749}" srcId="{6E4F65CE-BE8D-4DA3-A5D2-08EF1912D27C}" destId="{A0790476-7A05-419A-82A1-E6DBE0A58CCC}" srcOrd="2" destOrd="0" parTransId="{44F6E66A-BCB3-444B-A09A-9D94F432D72A}" sibTransId="{F1223E6A-BB16-4D24-8522-2FEF827A84BD}"/>
    <dgm:cxn modelId="{4404DB7A-78C8-4212-9BC8-12D62F18CC7D}" type="presOf" srcId="{7848FD8D-052A-4A2C-AB9E-632930C37411}" destId="{7137E9B3-D90C-4836-A91F-73ACF88DCBC3}" srcOrd="0" destOrd="0" presId="urn:microsoft.com/office/officeart/2005/8/layout/process4"/>
    <dgm:cxn modelId="{CC624690-72C5-4841-BC29-209AEE0B0CD8}" srcId="{6E4F65CE-BE8D-4DA3-A5D2-08EF1912D27C}" destId="{7848FD8D-052A-4A2C-AB9E-632930C37411}" srcOrd="0" destOrd="0" parTransId="{0E5E0899-0C26-44F8-96A5-967AF9C2DFA8}" sibTransId="{BB139472-478C-4359-9031-6E6EDCF1E081}"/>
    <dgm:cxn modelId="{E0949295-15D6-4C04-B89E-B393F6F57A17}" srcId="{6E4F65CE-BE8D-4DA3-A5D2-08EF1912D27C}" destId="{B97B3C9A-9F04-4B69-952F-F132E48B90CF}" srcOrd="1" destOrd="0" parTransId="{9358557B-C0D1-464A-8983-6FDCAB7B8739}" sibTransId="{1D76223C-B3A6-48AF-ACEE-B84AC992981D}"/>
    <dgm:cxn modelId="{4B2701A2-3689-4D90-B182-6982A7DFD64F}" type="presOf" srcId="{6E4F65CE-BE8D-4DA3-A5D2-08EF1912D27C}" destId="{BC53BCDB-386A-4C6A-81DD-880B711392C0}" srcOrd="0" destOrd="0" presId="urn:microsoft.com/office/officeart/2005/8/layout/process4"/>
    <dgm:cxn modelId="{770BC7C0-AB28-4D51-8946-046BEE4740CC}" type="presOf" srcId="{B97B3C9A-9F04-4B69-952F-F132E48B90CF}" destId="{B13A95AE-0A3B-4F2D-B7B5-1671F8559095}" srcOrd="0" destOrd="0" presId="urn:microsoft.com/office/officeart/2005/8/layout/process4"/>
    <dgm:cxn modelId="{CA1303C6-B9D9-4605-B80F-B2B8EFEDEF27}" srcId="{6E4F65CE-BE8D-4DA3-A5D2-08EF1912D27C}" destId="{297C5E65-D6FA-441D-AAF4-9F0E661266D4}" srcOrd="3" destOrd="0" parTransId="{58558FC6-296F-420F-B8E7-A5BF866BE90A}" sibTransId="{4E73BDA9-6650-4DD4-8A54-F5761D48D142}"/>
    <dgm:cxn modelId="{ACF5E6CA-BA7F-4275-A630-EDF21F31A130}" type="presOf" srcId="{A0790476-7A05-419A-82A1-E6DBE0A58CCC}" destId="{753A350C-20CA-48A1-ACEF-E44CB1AF3B69}" srcOrd="0" destOrd="0" presId="urn:microsoft.com/office/officeart/2005/8/layout/process4"/>
    <dgm:cxn modelId="{72FD6AF1-9925-4B53-A256-81EDD60678EF}" type="presOf" srcId="{297C5E65-D6FA-441D-AAF4-9F0E661266D4}" destId="{19ACB86F-A72E-4BC7-8FF4-0965DBC89268}" srcOrd="0" destOrd="0" presId="urn:microsoft.com/office/officeart/2005/8/layout/process4"/>
    <dgm:cxn modelId="{B92EEC20-30F2-4B58-B5F0-0D4973978D69}" type="presParOf" srcId="{BC53BCDB-386A-4C6A-81DD-880B711392C0}" destId="{EF5CF11E-8FB0-46F5-A262-BAF1A1B7E013}" srcOrd="0" destOrd="0" presId="urn:microsoft.com/office/officeart/2005/8/layout/process4"/>
    <dgm:cxn modelId="{253BE725-6A1F-4282-91B6-8F6AD83D1F7C}" type="presParOf" srcId="{EF5CF11E-8FB0-46F5-A262-BAF1A1B7E013}" destId="{19ACB86F-A72E-4BC7-8FF4-0965DBC89268}" srcOrd="0" destOrd="0" presId="urn:microsoft.com/office/officeart/2005/8/layout/process4"/>
    <dgm:cxn modelId="{204255E7-A7BA-4509-8730-2B163ED72758}" type="presParOf" srcId="{BC53BCDB-386A-4C6A-81DD-880B711392C0}" destId="{9DD25E8C-6F17-4623-9351-DE8A3CDD174A}" srcOrd="1" destOrd="0" presId="urn:microsoft.com/office/officeart/2005/8/layout/process4"/>
    <dgm:cxn modelId="{35509239-55DB-4831-848D-67F4D9E26150}" type="presParOf" srcId="{BC53BCDB-386A-4C6A-81DD-880B711392C0}" destId="{ECC06A56-2FD4-496D-B4F3-EEB0C29EEEA0}" srcOrd="2" destOrd="0" presId="urn:microsoft.com/office/officeart/2005/8/layout/process4"/>
    <dgm:cxn modelId="{BEFA4801-178A-436B-9AC7-D31EA0A7D628}" type="presParOf" srcId="{ECC06A56-2FD4-496D-B4F3-EEB0C29EEEA0}" destId="{753A350C-20CA-48A1-ACEF-E44CB1AF3B69}" srcOrd="0" destOrd="0" presId="urn:microsoft.com/office/officeart/2005/8/layout/process4"/>
    <dgm:cxn modelId="{11919BFE-C66E-4E78-89AE-B8A425702E5B}" type="presParOf" srcId="{BC53BCDB-386A-4C6A-81DD-880B711392C0}" destId="{8948736C-1364-4E73-B230-DA3E278D8665}" srcOrd="3" destOrd="0" presId="urn:microsoft.com/office/officeart/2005/8/layout/process4"/>
    <dgm:cxn modelId="{79516DA7-5F88-4207-952F-8D9D89760B01}" type="presParOf" srcId="{BC53BCDB-386A-4C6A-81DD-880B711392C0}" destId="{9499CC71-8E2A-43B2-9CFA-93B6EDB00B4D}" srcOrd="4" destOrd="0" presId="urn:microsoft.com/office/officeart/2005/8/layout/process4"/>
    <dgm:cxn modelId="{4063BD64-03FD-4C89-A470-7534F2D072CD}" type="presParOf" srcId="{9499CC71-8E2A-43B2-9CFA-93B6EDB00B4D}" destId="{B13A95AE-0A3B-4F2D-B7B5-1671F8559095}" srcOrd="0" destOrd="0" presId="urn:microsoft.com/office/officeart/2005/8/layout/process4"/>
    <dgm:cxn modelId="{714E5192-9816-45CC-AB22-4C1F3112F257}" type="presParOf" srcId="{BC53BCDB-386A-4C6A-81DD-880B711392C0}" destId="{63645BF2-4057-447B-A5AF-FEB12AA401FE}" srcOrd="5" destOrd="0" presId="urn:microsoft.com/office/officeart/2005/8/layout/process4"/>
    <dgm:cxn modelId="{658FA79A-B2A0-4006-91A1-2B1D15510308}" type="presParOf" srcId="{BC53BCDB-386A-4C6A-81DD-880B711392C0}" destId="{9D641297-CA8C-45B8-8B11-9827851317BC}" srcOrd="6" destOrd="0" presId="urn:microsoft.com/office/officeart/2005/8/layout/process4"/>
    <dgm:cxn modelId="{0D01C31D-98AE-40E6-8C24-EB6BE1B0ECC6}" type="presParOf" srcId="{9D641297-CA8C-45B8-8B11-9827851317BC}" destId="{7137E9B3-D90C-4836-A91F-73ACF88DCBC3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F1F6E79-D827-4518-ADA4-46DA8EDA99B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84CB0D1-1E00-4104-848A-4E5567EBDE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+mj-lt"/>
            </a:rPr>
            <a:t>Ideation Completed: Identified vehicle maintenance issues and AI objectives</a:t>
          </a:r>
        </a:p>
      </dgm:t>
    </dgm:pt>
    <dgm:pt modelId="{20C8A701-9D9B-46CA-88F6-E707CCC86DA4}" type="parTrans" cxnId="{3990FFB9-6C25-4D3A-A948-9133788AFD13}">
      <dgm:prSet/>
      <dgm:spPr/>
      <dgm:t>
        <a:bodyPr/>
        <a:lstStyle/>
        <a:p>
          <a:endParaRPr lang="en-US"/>
        </a:p>
      </dgm:t>
    </dgm:pt>
    <dgm:pt modelId="{58FE05FC-C5D3-4A1B-A023-108C60F8C3F0}" type="sibTrans" cxnId="{3990FFB9-6C25-4D3A-A948-9133788AFD13}">
      <dgm:prSet/>
      <dgm:spPr/>
      <dgm:t>
        <a:bodyPr/>
        <a:lstStyle/>
        <a:p>
          <a:endParaRPr lang="en-US"/>
        </a:p>
      </dgm:t>
    </dgm:pt>
    <dgm:pt modelId="{7A62AAE4-8D5D-4EAD-A637-44FBB131A8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+mj-lt"/>
            </a:rPr>
            <a:t>Wireframe Design: Created layouts for web and mobile interfaces</a:t>
          </a:r>
        </a:p>
      </dgm:t>
    </dgm:pt>
    <dgm:pt modelId="{2560BACC-6F1D-465C-BB63-F57D5C01D3B1}" type="parTrans" cxnId="{F389AEC1-E73D-435B-A28F-BA929B769717}">
      <dgm:prSet/>
      <dgm:spPr/>
      <dgm:t>
        <a:bodyPr/>
        <a:lstStyle/>
        <a:p>
          <a:endParaRPr lang="en-US"/>
        </a:p>
      </dgm:t>
    </dgm:pt>
    <dgm:pt modelId="{77525D46-88CD-47FE-AB0B-CDFAA2FBE5D6}" type="sibTrans" cxnId="{F389AEC1-E73D-435B-A28F-BA929B769717}">
      <dgm:prSet/>
      <dgm:spPr/>
      <dgm:t>
        <a:bodyPr/>
        <a:lstStyle/>
        <a:p>
          <a:endParaRPr lang="en-US"/>
        </a:p>
      </dgm:t>
    </dgm:pt>
    <dgm:pt modelId="{CB6ADB8E-9661-477D-9D3F-857340DB0B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+mj-lt"/>
            </a:rPr>
            <a:t>MVP Development (Next): Build prototype with AI prediction and GPS locator</a:t>
          </a:r>
        </a:p>
      </dgm:t>
    </dgm:pt>
    <dgm:pt modelId="{1F02B747-A3CB-42A4-A7ED-7714122FB5A2}" type="parTrans" cxnId="{3FA2E81C-C4EE-467F-A69A-87C5FAA7B9CB}">
      <dgm:prSet/>
      <dgm:spPr/>
      <dgm:t>
        <a:bodyPr/>
        <a:lstStyle/>
        <a:p>
          <a:endParaRPr lang="en-US"/>
        </a:p>
      </dgm:t>
    </dgm:pt>
    <dgm:pt modelId="{0843C3A8-FFDF-4301-BC90-B9931D6D105F}" type="sibTrans" cxnId="{3FA2E81C-C4EE-467F-A69A-87C5FAA7B9CB}">
      <dgm:prSet/>
      <dgm:spPr/>
      <dgm:t>
        <a:bodyPr/>
        <a:lstStyle/>
        <a:p>
          <a:endParaRPr lang="en-US"/>
        </a:p>
      </dgm:t>
    </dgm:pt>
    <dgm:pt modelId="{EC13662E-C6AD-4744-8A81-8C783BC523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+mj-lt"/>
            </a:rPr>
            <a:t>Testing &amp; Validation: Collect feedback and refine features</a:t>
          </a:r>
        </a:p>
      </dgm:t>
    </dgm:pt>
    <dgm:pt modelId="{3825673A-690C-418C-9785-6B99BC57BBAA}" type="parTrans" cxnId="{E9019EC8-6AF0-4B0A-B3B6-CA9DBF64EBB8}">
      <dgm:prSet/>
      <dgm:spPr/>
      <dgm:t>
        <a:bodyPr/>
        <a:lstStyle/>
        <a:p>
          <a:endParaRPr lang="en-US"/>
        </a:p>
      </dgm:t>
    </dgm:pt>
    <dgm:pt modelId="{4E911B88-4268-4BD1-9565-F38350563591}" type="sibTrans" cxnId="{E9019EC8-6AF0-4B0A-B3B6-CA9DBF64EBB8}">
      <dgm:prSet/>
      <dgm:spPr/>
      <dgm:t>
        <a:bodyPr/>
        <a:lstStyle/>
        <a:p>
          <a:endParaRPr lang="en-US"/>
        </a:p>
      </dgm:t>
    </dgm:pt>
    <dgm:pt modelId="{D2272A6C-3BF1-4738-8A1F-A45AB62937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+mj-lt"/>
            </a:rPr>
            <a:t>Final Launch: Release full-scale </a:t>
          </a:r>
          <a:r>
            <a:rPr lang="en-US" dirty="0" err="1">
              <a:latin typeface="+mj-lt"/>
            </a:rPr>
            <a:t>CarCare</a:t>
          </a:r>
          <a:r>
            <a:rPr lang="en-US" dirty="0">
              <a:latin typeface="+mj-lt"/>
            </a:rPr>
            <a:t> platform with integrated features</a:t>
          </a:r>
        </a:p>
      </dgm:t>
    </dgm:pt>
    <dgm:pt modelId="{1C8821A4-34E2-4438-9AE7-14C4172EC2B5}" type="parTrans" cxnId="{60C8CF65-3DC7-448E-AB17-A12F989548A4}">
      <dgm:prSet/>
      <dgm:spPr/>
      <dgm:t>
        <a:bodyPr/>
        <a:lstStyle/>
        <a:p>
          <a:endParaRPr lang="en-US"/>
        </a:p>
      </dgm:t>
    </dgm:pt>
    <dgm:pt modelId="{1E5CEFBF-25B2-48E2-A8B4-515E4966D5E9}" type="sibTrans" cxnId="{60C8CF65-3DC7-448E-AB17-A12F989548A4}">
      <dgm:prSet/>
      <dgm:spPr/>
      <dgm:t>
        <a:bodyPr/>
        <a:lstStyle/>
        <a:p>
          <a:endParaRPr lang="en-US"/>
        </a:p>
      </dgm:t>
    </dgm:pt>
    <dgm:pt modelId="{7CBC296F-EA69-462E-83D7-1F147A4B1BE8}" type="pres">
      <dgm:prSet presAssocID="{CF1F6E79-D827-4518-ADA4-46DA8EDA99B1}" presName="root" presStyleCnt="0">
        <dgm:presLayoutVars>
          <dgm:dir/>
          <dgm:resizeHandles val="exact"/>
        </dgm:presLayoutVars>
      </dgm:prSet>
      <dgm:spPr/>
    </dgm:pt>
    <dgm:pt modelId="{458991F2-D9C0-4135-A074-D4AB9248F679}" type="pres">
      <dgm:prSet presAssocID="{484CB0D1-1E00-4104-848A-4E5567EBDEA8}" presName="compNode" presStyleCnt="0"/>
      <dgm:spPr/>
    </dgm:pt>
    <dgm:pt modelId="{13C18EC5-5A3C-45A6-B909-7C3BCE91BA67}" type="pres">
      <dgm:prSet presAssocID="{484CB0D1-1E00-4104-848A-4E5567EBDEA8}" presName="bgRect" presStyleLbl="bgShp" presStyleIdx="0" presStyleCnt="5" custLinFactNeighborX="1040" custLinFactNeighborY="-4487"/>
      <dgm:spPr/>
    </dgm:pt>
    <dgm:pt modelId="{AD402FEF-C4CD-43EE-A8DD-F5A60DA7AB62}" type="pres">
      <dgm:prSet presAssocID="{484CB0D1-1E00-4104-848A-4E5567EBDEA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FCF8B159-8C62-4E0A-9D2C-427631008E91}" type="pres">
      <dgm:prSet presAssocID="{484CB0D1-1E00-4104-848A-4E5567EBDEA8}" presName="spaceRect" presStyleCnt="0"/>
      <dgm:spPr/>
    </dgm:pt>
    <dgm:pt modelId="{FA7F94B1-E026-4A8A-AF1F-1F4F590C3136}" type="pres">
      <dgm:prSet presAssocID="{484CB0D1-1E00-4104-848A-4E5567EBDEA8}" presName="parTx" presStyleLbl="revTx" presStyleIdx="0" presStyleCnt="5">
        <dgm:presLayoutVars>
          <dgm:chMax val="0"/>
          <dgm:chPref val="0"/>
        </dgm:presLayoutVars>
      </dgm:prSet>
      <dgm:spPr/>
    </dgm:pt>
    <dgm:pt modelId="{A1D780CB-2842-4309-8772-BD6F2ECACFE9}" type="pres">
      <dgm:prSet presAssocID="{58FE05FC-C5D3-4A1B-A023-108C60F8C3F0}" presName="sibTrans" presStyleCnt="0"/>
      <dgm:spPr/>
    </dgm:pt>
    <dgm:pt modelId="{E694C956-174D-44C3-AA72-BA3549286F61}" type="pres">
      <dgm:prSet presAssocID="{7A62AAE4-8D5D-4EAD-A637-44FBB131A854}" presName="compNode" presStyleCnt="0"/>
      <dgm:spPr/>
    </dgm:pt>
    <dgm:pt modelId="{3C29C4FF-4B4B-44FB-AA3A-6B208C4552A1}" type="pres">
      <dgm:prSet presAssocID="{7A62AAE4-8D5D-4EAD-A637-44FBB131A854}" presName="bgRect" presStyleLbl="bgShp" presStyleIdx="1" presStyleCnt="5"/>
      <dgm:spPr/>
    </dgm:pt>
    <dgm:pt modelId="{8FD2FB1B-E1A8-4F6E-975B-F27AD7B839D0}" type="pres">
      <dgm:prSet presAssocID="{7A62AAE4-8D5D-4EAD-A637-44FBB131A85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95C3970B-BA96-4EA3-9A4E-32A0C0EE9340}" type="pres">
      <dgm:prSet presAssocID="{7A62AAE4-8D5D-4EAD-A637-44FBB131A854}" presName="spaceRect" presStyleCnt="0"/>
      <dgm:spPr/>
    </dgm:pt>
    <dgm:pt modelId="{7749A74C-7A14-4A9E-ADA9-461FEAE915F8}" type="pres">
      <dgm:prSet presAssocID="{7A62AAE4-8D5D-4EAD-A637-44FBB131A854}" presName="parTx" presStyleLbl="revTx" presStyleIdx="1" presStyleCnt="5">
        <dgm:presLayoutVars>
          <dgm:chMax val="0"/>
          <dgm:chPref val="0"/>
        </dgm:presLayoutVars>
      </dgm:prSet>
      <dgm:spPr/>
    </dgm:pt>
    <dgm:pt modelId="{B75CE5C3-95D7-410C-9C27-8F0B461D0505}" type="pres">
      <dgm:prSet presAssocID="{77525D46-88CD-47FE-AB0B-CDFAA2FBE5D6}" presName="sibTrans" presStyleCnt="0"/>
      <dgm:spPr/>
    </dgm:pt>
    <dgm:pt modelId="{E6850687-FA43-4AE7-A384-A2F506FE425C}" type="pres">
      <dgm:prSet presAssocID="{CB6ADB8E-9661-477D-9D3F-857340DB0BB1}" presName="compNode" presStyleCnt="0"/>
      <dgm:spPr/>
    </dgm:pt>
    <dgm:pt modelId="{256E9BD0-0B89-4C40-8F28-08766CAB00B8}" type="pres">
      <dgm:prSet presAssocID="{CB6ADB8E-9661-477D-9D3F-857340DB0BB1}" presName="bgRect" presStyleLbl="bgShp" presStyleIdx="2" presStyleCnt="5"/>
      <dgm:spPr/>
    </dgm:pt>
    <dgm:pt modelId="{A3B8A582-EB51-40FC-B0C9-3868F396CAE8}" type="pres">
      <dgm:prSet presAssocID="{CB6ADB8E-9661-477D-9D3F-857340DB0BB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8CC58F06-2374-4999-B6B3-BD724C51B5B1}" type="pres">
      <dgm:prSet presAssocID="{CB6ADB8E-9661-477D-9D3F-857340DB0BB1}" presName="spaceRect" presStyleCnt="0"/>
      <dgm:spPr/>
    </dgm:pt>
    <dgm:pt modelId="{BAAE4663-9C03-41A2-A7AA-3040117BA75C}" type="pres">
      <dgm:prSet presAssocID="{CB6ADB8E-9661-477D-9D3F-857340DB0BB1}" presName="parTx" presStyleLbl="revTx" presStyleIdx="2" presStyleCnt="5">
        <dgm:presLayoutVars>
          <dgm:chMax val="0"/>
          <dgm:chPref val="0"/>
        </dgm:presLayoutVars>
      </dgm:prSet>
      <dgm:spPr/>
    </dgm:pt>
    <dgm:pt modelId="{0620ED33-EA39-481E-A9AC-FA6F6A7F4A84}" type="pres">
      <dgm:prSet presAssocID="{0843C3A8-FFDF-4301-BC90-B9931D6D105F}" presName="sibTrans" presStyleCnt="0"/>
      <dgm:spPr/>
    </dgm:pt>
    <dgm:pt modelId="{3906501E-02C8-473A-9FC3-E8B9444E8332}" type="pres">
      <dgm:prSet presAssocID="{EC13662E-C6AD-4744-8A81-8C783BC523B4}" presName="compNode" presStyleCnt="0"/>
      <dgm:spPr/>
    </dgm:pt>
    <dgm:pt modelId="{325E00AB-BC67-474F-A661-1873D6E0B934}" type="pres">
      <dgm:prSet presAssocID="{EC13662E-C6AD-4744-8A81-8C783BC523B4}" presName="bgRect" presStyleLbl="bgShp" presStyleIdx="3" presStyleCnt="5"/>
      <dgm:spPr/>
    </dgm:pt>
    <dgm:pt modelId="{4B4F307B-A7DB-45B5-82DE-346DFE4B917C}" type="pres">
      <dgm:prSet presAssocID="{EC13662E-C6AD-4744-8A81-8C783BC523B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A149E9E7-F675-4879-8A39-16675EBD3536}" type="pres">
      <dgm:prSet presAssocID="{EC13662E-C6AD-4744-8A81-8C783BC523B4}" presName="spaceRect" presStyleCnt="0"/>
      <dgm:spPr/>
    </dgm:pt>
    <dgm:pt modelId="{CDD9C00C-FA28-4695-8793-9A029D46058F}" type="pres">
      <dgm:prSet presAssocID="{EC13662E-C6AD-4744-8A81-8C783BC523B4}" presName="parTx" presStyleLbl="revTx" presStyleIdx="3" presStyleCnt="5">
        <dgm:presLayoutVars>
          <dgm:chMax val="0"/>
          <dgm:chPref val="0"/>
        </dgm:presLayoutVars>
      </dgm:prSet>
      <dgm:spPr/>
    </dgm:pt>
    <dgm:pt modelId="{DE9761CC-B9C3-499B-9DA5-C8BCE12E7FFD}" type="pres">
      <dgm:prSet presAssocID="{4E911B88-4268-4BD1-9565-F38350563591}" presName="sibTrans" presStyleCnt="0"/>
      <dgm:spPr/>
    </dgm:pt>
    <dgm:pt modelId="{A9C08771-6E0B-4F2B-8BCC-B433CE4E0788}" type="pres">
      <dgm:prSet presAssocID="{D2272A6C-3BF1-4738-8A1F-A45AB6293733}" presName="compNode" presStyleCnt="0"/>
      <dgm:spPr/>
    </dgm:pt>
    <dgm:pt modelId="{F34EDA41-3922-426F-97A8-5984DC60057E}" type="pres">
      <dgm:prSet presAssocID="{D2272A6C-3BF1-4738-8A1F-A45AB6293733}" presName="bgRect" presStyleLbl="bgShp" presStyleIdx="4" presStyleCnt="5"/>
      <dgm:spPr/>
    </dgm:pt>
    <dgm:pt modelId="{85A73385-9A6A-4440-B72A-6DC654348287}" type="pres">
      <dgm:prSet presAssocID="{D2272A6C-3BF1-4738-8A1F-A45AB629373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E893058F-B10E-4A0D-8C2E-BDF5F8703AFB}" type="pres">
      <dgm:prSet presAssocID="{D2272A6C-3BF1-4738-8A1F-A45AB6293733}" presName="spaceRect" presStyleCnt="0"/>
      <dgm:spPr/>
    </dgm:pt>
    <dgm:pt modelId="{B26D6A75-60B5-48F5-A5F8-0AC849FB9376}" type="pres">
      <dgm:prSet presAssocID="{D2272A6C-3BF1-4738-8A1F-A45AB629373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3F1471B-530B-47BA-A4F7-CF5FCE5035CC}" type="presOf" srcId="{D2272A6C-3BF1-4738-8A1F-A45AB6293733}" destId="{B26D6A75-60B5-48F5-A5F8-0AC849FB9376}" srcOrd="0" destOrd="0" presId="urn:microsoft.com/office/officeart/2018/2/layout/IconVerticalSolidList"/>
    <dgm:cxn modelId="{3FA2E81C-C4EE-467F-A69A-87C5FAA7B9CB}" srcId="{CF1F6E79-D827-4518-ADA4-46DA8EDA99B1}" destId="{CB6ADB8E-9661-477D-9D3F-857340DB0BB1}" srcOrd="2" destOrd="0" parTransId="{1F02B747-A3CB-42A4-A7ED-7714122FB5A2}" sibTransId="{0843C3A8-FFDF-4301-BC90-B9931D6D105F}"/>
    <dgm:cxn modelId="{AAD4FC1C-A80D-4CC4-9366-B993E28C3C62}" type="presOf" srcId="{EC13662E-C6AD-4744-8A81-8C783BC523B4}" destId="{CDD9C00C-FA28-4695-8793-9A029D46058F}" srcOrd="0" destOrd="0" presId="urn:microsoft.com/office/officeart/2018/2/layout/IconVerticalSolidList"/>
    <dgm:cxn modelId="{1665F043-DAFD-4D65-BA51-1C9C9F1FF0F9}" type="presOf" srcId="{484CB0D1-1E00-4104-848A-4E5567EBDEA8}" destId="{FA7F94B1-E026-4A8A-AF1F-1F4F590C3136}" srcOrd="0" destOrd="0" presId="urn:microsoft.com/office/officeart/2018/2/layout/IconVerticalSolidList"/>
    <dgm:cxn modelId="{60C8CF65-3DC7-448E-AB17-A12F989548A4}" srcId="{CF1F6E79-D827-4518-ADA4-46DA8EDA99B1}" destId="{D2272A6C-3BF1-4738-8A1F-A45AB6293733}" srcOrd="4" destOrd="0" parTransId="{1C8821A4-34E2-4438-9AE7-14C4172EC2B5}" sibTransId="{1E5CEFBF-25B2-48E2-A8B4-515E4966D5E9}"/>
    <dgm:cxn modelId="{AB530C80-E84F-4C3D-83AF-6E857ABF2F1C}" type="presOf" srcId="{7A62AAE4-8D5D-4EAD-A637-44FBB131A854}" destId="{7749A74C-7A14-4A9E-ADA9-461FEAE915F8}" srcOrd="0" destOrd="0" presId="urn:microsoft.com/office/officeart/2018/2/layout/IconVerticalSolidList"/>
    <dgm:cxn modelId="{7C59B293-9B4E-4966-A9D3-4FCB07C0CB48}" type="presOf" srcId="{CF1F6E79-D827-4518-ADA4-46DA8EDA99B1}" destId="{7CBC296F-EA69-462E-83D7-1F147A4B1BE8}" srcOrd="0" destOrd="0" presId="urn:microsoft.com/office/officeart/2018/2/layout/IconVerticalSolidList"/>
    <dgm:cxn modelId="{28FF6EA8-ADD2-4810-9639-648E45DE6654}" type="presOf" srcId="{CB6ADB8E-9661-477D-9D3F-857340DB0BB1}" destId="{BAAE4663-9C03-41A2-A7AA-3040117BA75C}" srcOrd="0" destOrd="0" presId="urn:microsoft.com/office/officeart/2018/2/layout/IconVerticalSolidList"/>
    <dgm:cxn modelId="{3990FFB9-6C25-4D3A-A948-9133788AFD13}" srcId="{CF1F6E79-D827-4518-ADA4-46DA8EDA99B1}" destId="{484CB0D1-1E00-4104-848A-4E5567EBDEA8}" srcOrd="0" destOrd="0" parTransId="{20C8A701-9D9B-46CA-88F6-E707CCC86DA4}" sibTransId="{58FE05FC-C5D3-4A1B-A023-108C60F8C3F0}"/>
    <dgm:cxn modelId="{F389AEC1-E73D-435B-A28F-BA929B769717}" srcId="{CF1F6E79-D827-4518-ADA4-46DA8EDA99B1}" destId="{7A62AAE4-8D5D-4EAD-A637-44FBB131A854}" srcOrd="1" destOrd="0" parTransId="{2560BACC-6F1D-465C-BB63-F57D5C01D3B1}" sibTransId="{77525D46-88CD-47FE-AB0B-CDFAA2FBE5D6}"/>
    <dgm:cxn modelId="{E9019EC8-6AF0-4B0A-B3B6-CA9DBF64EBB8}" srcId="{CF1F6E79-D827-4518-ADA4-46DA8EDA99B1}" destId="{EC13662E-C6AD-4744-8A81-8C783BC523B4}" srcOrd="3" destOrd="0" parTransId="{3825673A-690C-418C-9785-6B99BC57BBAA}" sibTransId="{4E911B88-4268-4BD1-9565-F38350563591}"/>
    <dgm:cxn modelId="{DD249A11-0746-4EEF-915F-A444C193DD96}" type="presParOf" srcId="{7CBC296F-EA69-462E-83D7-1F147A4B1BE8}" destId="{458991F2-D9C0-4135-A074-D4AB9248F679}" srcOrd="0" destOrd="0" presId="urn:microsoft.com/office/officeart/2018/2/layout/IconVerticalSolidList"/>
    <dgm:cxn modelId="{B5637D8E-F447-46D8-B60A-591BA15694BE}" type="presParOf" srcId="{458991F2-D9C0-4135-A074-D4AB9248F679}" destId="{13C18EC5-5A3C-45A6-B909-7C3BCE91BA67}" srcOrd="0" destOrd="0" presId="urn:microsoft.com/office/officeart/2018/2/layout/IconVerticalSolidList"/>
    <dgm:cxn modelId="{0100B0A4-C99D-4A81-8766-344E316ACF94}" type="presParOf" srcId="{458991F2-D9C0-4135-A074-D4AB9248F679}" destId="{AD402FEF-C4CD-43EE-A8DD-F5A60DA7AB62}" srcOrd="1" destOrd="0" presId="urn:microsoft.com/office/officeart/2018/2/layout/IconVerticalSolidList"/>
    <dgm:cxn modelId="{B10FB0F6-CDDD-455E-ADDD-475C28D314D7}" type="presParOf" srcId="{458991F2-D9C0-4135-A074-D4AB9248F679}" destId="{FCF8B159-8C62-4E0A-9D2C-427631008E91}" srcOrd="2" destOrd="0" presId="urn:microsoft.com/office/officeart/2018/2/layout/IconVerticalSolidList"/>
    <dgm:cxn modelId="{63BB0DC4-053A-41A6-8EC7-93C782A649E9}" type="presParOf" srcId="{458991F2-D9C0-4135-A074-D4AB9248F679}" destId="{FA7F94B1-E026-4A8A-AF1F-1F4F590C3136}" srcOrd="3" destOrd="0" presId="urn:microsoft.com/office/officeart/2018/2/layout/IconVerticalSolidList"/>
    <dgm:cxn modelId="{E7B4AADA-214D-4753-A1A6-DF6A602838BA}" type="presParOf" srcId="{7CBC296F-EA69-462E-83D7-1F147A4B1BE8}" destId="{A1D780CB-2842-4309-8772-BD6F2ECACFE9}" srcOrd="1" destOrd="0" presId="urn:microsoft.com/office/officeart/2018/2/layout/IconVerticalSolidList"/>
    <dgm:cxn modelId="{3EB35098-D458-4D24-B557-5B7CFE910542}" type="presParOf" srcId="{7CBC296F-EA69-462E-83D7-1F147A4B1BE8}" destId="{E694C956-174D-44C3-AA72-BA3549286F61}" srcOrd="2" destOrd="0" presId="urn:microsoft.com/office/officeart/2018/2/layout/IconVerticalSolidList"/>
    <dgm:cxn modelId="{BDE46EFC-AAA8-4A8E-8A5B-8E00A0C1EDE0}" type="presParOf" srcId="{E694C956-174D-44C3-AA72-BA3549286F61}" destId="{3C29C4FF-4B4B-44FB-AA3A-6B208C4552A1}" srcOrd="0" destOrd="0" presId="urn:microsoft.com/office/officeart/2018/2/layout/IconVerticalSolidList"/>
    <dgm:cxn modelId="{02B5381D-ABF3-4E56-B493-9F4FA866E53A}" type="presParOf" srcId="{E694C956-174D-44C3-AA72-BA3549286F61}" destId="{8FD2FB1B-E1A8-4F6E-975B-F27AD7B839D0}" srcOrd="1" destOrd="0" presId="urn:microsoft.com/office/officeart/2018/2/layout/IconVerticalSolidList"/>
    <dgm:cxn modelId="{626D8AF5-5AD3-4D6E-ABBC-FDBA3A550912}" type="presParOf" srcId="{E694C956-174D-44C3-AA72-BA3549286F61}" destId="{95C3970B-BA96-4EA3-9A4E-32A0C0EE9340}" srcOrd="2" destOrd="0" presId="urn:microsoft.com/office/officeart/2018/2/layout/IconVerticalSolidList"/>
    <dgm:cxn modelId="{98F77C0B-72B1-41DF-8CCF-C5CF0B905C4E}" type="presParOf" srcId="{E694C956-174D-44C3-AA72-BA3549286F61}" destId="{7749A74C-7A14-4A9E-ADA9-461FEAE915F8}" srcOrd="3" destOrd="0" presId="urn:microsoft.com/office/officeart/2018/2/layout/IconVerticalSolidList"/>
    <dgm:cxn modelId="{62FB2832-BAFB-4751-9BE8-0828FF9596F8}" type="presParOf" srcId="{7CBC296F-EA69-462E-83D7-1F147A4B1BE8}" destId="{B75CE5C3-95D7-410C-9C27-8F0B461D0505}" srcOrd="3" destOrd="0" presId="urn:microsoft.com/office/officeart/2018/2/layout/IconVerticalSolidList"/>
    <dgm:cxn modelId="{5277842A-B94A-4FB4-B089-0171BCC0E2D8}" type="presParOf" srcId="{7CBC296F-EA69-462E-83D7-1F147A4B1BE8}" destId="{E6850687-FA43-4AE7-A384-A2F506FE425C}" srcOrd="4" destOrd="0" presId="urn:microsoft.com/office/officeart/2018/2/layout/IconVerticalSolidList"/>
    <dgm:cxn modelId="{917BA89C-672C-4F25-93B2-59979AF5FBAB}" type="presParOf" srcId="{E6850687-FA43-4AE7-A384-A2F506FE425C}" destId="{256E9BD0-0B89-4C40-8F28-08766CAB00B8}" srcOrd="0" destOrd="0" presId="urn:microsoft.com/office/officeart/2018/2/layout/IconVerticalSolidList"/>
    <dgm:cxn modelId="{897F88FD-35B8-4A40-B390-6F36BEA6AC5E}" type="presParOf" srcId="{E6850687-FA43-4AE7-A384-A2F506FE425C}" destId="{A3B8A582-EB51-40FC-B0C9-3868F396CAE8}" srcOrd="1" destOrd="0" presId="urn:microsoft.com/office/officeart/2018/2/layout/IconVerticalSolidList"/>
    <dgm:cxn modelId="{AA28EE78-7DE4-4917-83AB-2250776D2CA2}" type="presParOf" srcId="{E6850687-FA43-4AE7-A384-A2F506FE425C}" destId="{8CC58F06-2374-4999-B6B3-BD724C51B5B1}" srcOrd="2" destOrd="0" presId="urn:microsoft.com/office/officeart/2018/2/layout/IconVerticalSolidList"/>
    <dgm:cxn modelId="{21B32E66-8ECE-479F-864A-FAC2A062DDA2}" type="presParOf" srcId="{E6850687-FA43-4AE7-A384-A2F506FE425C}" destId="{BAAE4663-9C03-41A2-A7AA-3040117BA75C}" srcOrd="3" destOrd="0" presId="urn:microsoft.com/office/officeart/2018/2/layout/IconVerticalSolidList"/>
    <dgm:cxn modelId="{651E7E69-5E90-42F9-B3E9-65D05C98D395}" type="presParOf" srcId="{7CBC296F-EA69-462E-83D7-1F147A4B1BE8}" destId="{0620ED33-EA39-481E-A9AC-FA6F6A7F4A84}" srcOrd="5" destOrd="0" presId="urn:microsoft.com/office/officeart/2018/2/layout/IconVerticalSolidList"/>
    <dgm:cxn modelId="{84459236-5E9B-45DF-AE94-6DFCC4C24B41}" type="presParOf" srcId="{7CBC296F-EA69-462E-83D7-1F147A4B1BE8}" destId="{3906501E-02C8-473A-9FC3-E8B9444E8332}" srcOrd="6" destOrd="0" presId="urn:microsoft.com/office/officeart/2018/2/layout/IconVerticalSolidList"/>
    <dgm:cxn modelId="{F9449AA1-9FCF-4D81-86CE-839899EAAD10}" type="presParOf" srcId="{3906501E-02C8-473A-9FC3-E8B9444E8332}" destId="{325E00AB-BC67-474F-A661-1873D6E0B934}" srcOrd="0" destOrd="0" presId="urn:microsoft.com/office/officeart/2018/2/layout/IconVerticalSolidList"/>
    <dgm:cxn modelId="{EE4E043C-ABEB-451A-9EC2-A1E6506484BD}" type="presParOf" srcId="{3906501E-02C8-473A-9FC3-E8B9444E8332}" destId="{4B4F307B-A7DB-45B5-82DE-346DFE4B917C}" srcOrd="1" destOrd="0" presId="urn:microsoft.com/office/officeart/2018/2/layout/IconVerticalSolidList"/>
    <dgm:cxn modelId="{362121FC-A1EE-40F8-890B-A58E64023FBD}" type="presParOf" srcId="{3906501E-02C8-473A-9FC3-E8B9444E8332}" destId="{A149E9E7-F675-4879-8A39-16675EBD3536}" srcOrd="2" destOrd="0" presId="urn:microsoft.com/office/officeart/2018/2/layout/IconVerticalSolidList"/>
    <dgm:cxn modelId="{C2B12673-3EEC-4A57-A57A-5B6382131192}" type="presParOf" srcId="{3906501E-02C8-473A-9FC3-E8B9444E8332}" destId="{CDD9C00C-FA28-4695-8793-9A029D46058F}" srcOrd="3" destOrd="0" presId="urn:microsoft.com/office/officeart/2018/2/layout/IconVerticalSolidList"/>
    <dgm:cxn modelId="{99652493-4F84-4AA7-B51F-65E4802152DB}" type="presParOf" srcId="{7CBC296F-EA69-462E-83D7-1F147A4B1BE8}" destId="{DE9761CC-B9C3-499B-9DA5-C8BCE12E7FFD}" srcOrd="7" destOrd="0" presId="urn:microsoft.com/office/officeart/2018/2/layout/IconVerticalSolidList"/>
    <dgm:cxn modelId="{39FB4F3D-0071-4BDF-A428-A4EEB207BA6B}" type="presParOf" srcId="{7CBC296F-EA69-462E-83D7-1F147A4B1BE8}" destId="{A9C08771-6E0B-4F2B-8BCC-B433CE4E0788}" srcOrd="8" destOrd="0" presId="urn:microsoft.com/office/officeart/2018/2/layout/IconVerticalSolidList"/>
    <dgm:cxn modelId="{63C3E764-3913-4F21-A503-69C3B1A0F240}" type="presParOf" srcId="{A9C08771-6E0B-4F2B-8BCC-B433CE4E0788}" destId="{F34EDA41-3922-426F-97A8-5984DC60057E}" srcOrd="0" destOrd="0" presId="urn:microsoft.com/office/officeart/2018/2/layout/IconVerticalSolidList"/>
    <dgm:cxn modelId="{1B94717C-58DD-4AF0-97B8-EC2DB1E3C9F7}" type="presParOf" srcId="{A9C08771-6E0B-4F2B-8BCC-B433CE4E0788}" destId="{85A73385-9A6A-4440-B72A-6DC654348287}" srcOrd="1" destOrd="0" presId="urn:microsoft.com/office/officeart/2018/2/layout/IconVerticalSolidList"/>
    <dgm:cxn modelId="{1425583E-A136-458D-A8CA-41D5BE4F37BD}" type="presParOf" srcId="{A9C08771-6E0B-4F2B-8BCC-B433CE4E0788}" destId="{E893058F-B10E-4A0D-8C2E-BDF5F8703AFB}" srcOrd="2" destOrd="0" presId="urn:microsoft.com/office/officeart/2018/2/layout/IconVerticalSolidList"/>
    <dgm:cxn modelId="{4D272787-D337-407E-A0C3-CAC29C296A98}" type="presParOf" srcId="{A9C08771-6E0B-4F2B-8BCC-B433CE4E0788}" destId="{B26D6A75-60B5-48F5-A5F8-0AC849FB937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F2B36B1-49DE-4D19-BCC9-668EE3D2C8E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C0A89105-97B9-4802-87B4-776B7C7CC5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+mj-lt"/>
            </a:rPr>
            <a:t>Estimated Budget: ₹4–5 lakh (Development, Infrastructure, Marketing, Admin)</a:t>
          </a:r>
        </a:p>
      </dgm:t>
    </dgm:pt>
    <dgm:pt modelId="{9EA14F28-2615-4C6D-8152-B299C6D04126}" type="parTrans" cxnId="{0E495844-E7D2-49D0-99BF-E41372561427}">
      <dgm:prSet/>
      <dgm:spPr/>
      <dgm:t>
        <a:bodyPr/>
        <a:lstStyle/>
        <a:p>
          <a:endParaRPr lang="en-US"/>
        </a:p>
      </dgm:t>
    </dgm:pt>
    <dgm:pt modelId="{17AF59C2-BB31-48AB-89FC-CE3D9CBD653B}" type="sibTrans" cxnId="{0E495844-E7D2-49D0-99BF-E41372561427}">
      <dgm:prSet/>
      <dgm:spPr/>
      <dgm:t>
        <a:bodyPr/>
        <a:lstStyle/>
        <a:p>
          <a:endParaRPr lang="en-US"/>
        </a:p>
      </dgm:t>
    </dgm:pt>
    <dgm:pt modelId="{14270513-31DD-476D-8B27-09B11F2C07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+mj-lt"/>
            </a:rPr>
            <a:t>Support Required: Technical mentorship, funding for cloud hosting and marketing</a:t>
          </a:r>
        </a:p>
      </dgm:t>
    </dgm:pt>
    <dgm:pt modelId="{2DA82880-8D8D-4C6F-9B4A-42E262711B27}" type="parTrans" cxnId="{7FC795DF-96BD-4610-8EDE-68A45D9FE5E4}">
      <dgm:prSet/>
      <dgm:spPr/>
      <dgm:t>
        <a:bodyPr/>
        <a:lstStyle/>
        <a:p>
          <a:endParaRPr lang="en-US"/>
        </a:p>
      </dgm:t>
    </dgm:pt>
    <dgm:pt modelId="{72B5E1D0-EDD6-49FA-A959-4DDC8FAA8E27}" type="sibTrans" cxnId="{7FC795DF-96BD-4610-8EDE-68A45D9FE5E4}">
      <dgm:prSet/>
      <dgm:spPr/>
      <dgm:t>
        <a:bodyPr/>
        <a:lstStyle/>
        <a:p>
          <a:endParaRPr lang="en-US"/>
        </a:p>
      </dgm:t>
    </dgm:pt>
    <dgm:pt modelId="{C41D4B51-32FF-4E90-9D7B-0366E24133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+mj-lt"/>
            </a:rPr>
            <a:t>Goal: Launch fully functional AI-based car maintenance app by SEE phase</a:t>
          </a:r>
        </a:p>
      </dgm:t>
    </dgm:pt>
    <dgm:pt modelId="{BC9F6CF0-1B3A-475E-92F2-6FAE84FC2429}" type="parTrans" cxnId="{CB81FF11-98B4-4F4A-B0A3-2778B4E7ABF5}">
      <dgm:prSet/>
      <dgm:spPr/>
      <dgm:t>
        <a:bodyPr/>
        <a:lstStyle/>
        <a:p>
          <a:endParaRPr lang="en-US"/>
        </a:p>
      </dgm:t>
    </dgm:pt>
    <dgm:pt modelId="{27B918D8-5B03-4C4E-97F5-F30DDEF53B5D}" type="sibTrans" cxnId="{CB81FF11-98B4-4F4A-B0A3-2778B4E7ABF5}">
      <dgm:prSet/>
      <dgm:spPr/>
      <dgm:t>
        <a:bodyPr/>
        <a:lstStyle/>
        <a:p>
          <a:endParaRPr lang="en-US"/>
        </a:p>
      </dgm:t>
    </dgm:pt>
    <dgm:pt modelId="{D95F6232-13AE-4554-9D83-91A1FA386BC4}" type="pres">
      <dgm:prSet presAssocID="{1F2B36B1-49DE-4D19-BCC9-668EE3D2C8E7}" presName="root" presStyleCnt="0">
        <dgm:presLayoutVars>
          <dgm:dir/>
          <dgm:resizeHandles val="exact"/>
        </dgm:presLayoutVars>
      </dgm:prSet>
      <dgm:spPr/>
    </dgm:pt>
    <dgm:pt modelId="{7B48322A-55AE-4B6C-B939-8233920C4B20}" type="pres">
      <dgm:prSet presAssocID="{C0A89105-97B9-4802-87B4-776B7C7CC573}" presName="compNode" presStyleCnt="0"/>
      <dgm:spPr/>
    </dgm:pt>
    <dgm:pt modelId="{BB1CEBDD-58EF-4045-8C3B-8EDC0B97BFAC}" type="pres">
      <dgm:prSet presAssocID="{C0A89105-97B9-4802-87B4-776B7C7CC573}" presName="bgRect" presStyleLbl="bgShp" presStyleIdx="0" presStyleCnt="3"/>
      <dgm:spPr/>
    </dgm:pt>
    <dgm:pt modelId="{D54DB3E0-340E-46BA-91E6-1ED747244C76}" type="pres">
      <dgm:prSet presAssocID="{C0A89105-97B9-4802-87B4-776B7C7CC57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DDB9DBDB-99BE-40E8-9CD0-0EDCA87FBA68}" type="pres">
      <dgm:prSet presAssocID="{C0A89105-97B9-4802-87B4-776B7C7CC573}" presName="spaceRect" presStyleCnt="0"/>
      <dgm:spPr/>
    </dgm:pt>
    <dgm:pt modelId="{9EC87870-5BFB-408B-AC40-F1D812F27FD8}" type="pres">
      <dgm:prSet presAssocID="{C0A89105-97B9-4802-87B4-776B7C7CC573}" presName="parTx" presStyleLbl="revTx" presStyleIdx="0" presStyleCnt="3" custLinFactNeighborY="-20240">
        <dgm:presLayoutVars>
          <dgm:chMax val="0"/>
          <dgm:chPref val="0"/>
        </dgm:presLayoutVars>
      </dgm:prSet>
      <dgm:spPr/>
    </dgm:pt>
    <dgm:pt modelId="{D9D9D729-E740-4892-8B16-314662346439}" type="pres">
      <dgm:prSet presAssocID="{17AF59C2-BB31-48AB-89FC-CE3D9CBD653B}" presName="sibTrans" presStyleCnt="0"/>
      <dgm:spPr/>
    </dgm:pt>
    <dgm:pt modelId="{3A4D2AE2-8E3B-474C-B9C1-2F0DE181BC00}" type="pres">
      <dgm:prSet presAssocID="{14270513-31DD-476D-8B27-09B11F2C070D}" presName="compNode" presStyleCnt="0"/>
      <dgm:spPr/>
    </dgm:pt>
    <dgm:pt modelId="{05F2B3A6-0B19-4AB5-8170-5D0DE177A760}" type="pres">
      <dgm:prSet presAssocID="{14270513-31DD-476D-8B27-09B11F2C070D}" presName="bgRect" presStyleLbl="bgShp" presStyleIdx="1" presStyleCnt="3"/>
      <dgm:spPr/>
    </dgm:pt>
    <dgm:pt modelId="{9427C73B-77CE-43A5-97A3-13FCBC662328}" type="pres">
      <dgm:prSet presAssocID="{14270513-31DD-476D-8B27-09B11F2C070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6AA0DEC4-4A77-4E1F-8A90-B6C2FDCCD26A}" type="pres">
      <dgm:prSet presAssocID="{14270513-31DD-476D-8B27-09B11F2C070D}" presName="spaceRect" presStyleCnt="0"/>
      <dgm:spPr/>
    </dgm:pt>
    <dgm:pt modelId="{A702CC78-2549-4670-B472-147EC904C219}" type="pres">
      <dgm:prSet presAssocID="{14270513-31DD-476D-8B27-09B11F2C070D}" presName="parTx" presStyleLbl="revTx" presStyleIdx="1" presStyleCnt="3">
        <dgm:presLayoutVars>
          <dgm:chMax val="0"/>
          <dgm:chPref val="0"/>
        </dgm:presLayoutVars>
      </dgm:prSet>
      <dgm:spPr/>
    </dgm:pt>
    <dgm:pt modelId="{81D2D562-B6D5-4BA5-8C83-B4EF618CAE47}" type="pres">
      <dgm:prSet presAssocID="{72B5E1D0-EDD6-49FA-A959-4DDC8FAA8E27}" presName="sibTrans" presStyleCnt="0"/>
      <dgm:spPr/>
    </dgm:pt>
    <dgm:pt modelId="{7D027B4A-5263-4614-A94C-73BD8DDC2A8F}" type="pres">
      <dgm:prSet presAssocID="{C41D4B51-32FF-4E90-9D7B-0366E2413377}" presName="compNode" presStyleCnt="0"/>
      <dgm:spPr/>
    </dgm:pt>
    <dgm:pt modelId="{08C69B53-4737-4535-8AA0-28F7A0B3AF51}" type="pres">
      <dgm:prSet presAssocID="{C41D4B51-32FF-4E90-9D7B-0366E2413377}" presName="bgRect" presStyleLbl="bgShp" presStyleIdx="2" presStyleCnt="3"/>
      <dgm:spPr/>
    </dgm:pt>
    <dgm:pt modelId="{9CE4C5B4-7FCC-4B53-ABE9-3652F93E0EAF}" type="pres">
      <dgm:prSet presAssocID="{C41D4B51-32FF-4E90-9D7B-0366E241337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3BC7843-3D35-4049-87A3-3E2FD2442D2E}" type="pres">
      <dgm:prSet presAssocID="{C41D4B51-32FF-4E90-9D7B-0366E2413377}" presName="spaceRect" presStyleCnt="0"/>
      <dgm:spPr/>
    </dgm:pt>
    <dgm:pt modelId="{96077CED-8F38-4F6A-BF82-A4C572BB6C72}" type="pres">
      <dgm:prSet presAssocID="{C41D4B51-32FF-4E90-9D7B-0366E241337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B81FF11-98B4-4F4A-B0A3-2778B4E7ABF5}" srcId="{1F2B36B1-49DE-4D19-BCC9-668EE3D2C8E7}" destId="{C41D4B51-32FF-4E90-9D7B-0366E2413377}" srcOrd="2" destOrd="0" parTransId="{BC9F6CF0-1B3A-475E-92F2-6FAE84FC2429}" sibTransId="{27B918D8-5B03-4C4E-97F5-F30DDEF53B5D}"/>
    <dgm:cxn modelId="{0DB5813E-870F-4FB3-964E-867BD220B6AD}" type="presOf" srcId="{C0A89105-97B9-4802-87B4-776B7C7CC573}" destId="{9EC87870-5BFB-408B-AC40-F1D812F27FD8}" srcOrd="0" destOrd="0" presId="urn:microsoft.com/office/officeart/2018/2/layout/IconVerticalSolidList"/>
    <dgm:cxn modelId="{9EAF7A63-BEA5-4CC3-BE50-80A1349D9264}" type="presOf" srcId="{1F2B36B1-49DE-4D19-BCC9-668EE3D2C8E7}" destId="{D95F6232-13AE-4554-9D83-91A1FA386BC4}" srcOrd="0" destOrd="0" presId="urn:microsoft.com/office/officeart/2018/2/layout/IconVerticalSolidList"/>
    <dgm:cxn modelId="{0E495844-E7D2-49D0-99BF-E41372561427}" srcId="{1F2B36B1-49DE-4D19-BCC9-668EE3D2C8E7}" destId="{C0A89105-97B9-4802-87B4-776B7C7CC573}" srcOrd="0" destOrd="0" parTransId="{9EA14F28-2615-4C6D-8152-B299C6D04126}" sibTransId="{17AF59C2-BB31-48AB-89FC-CE3D9CBD653B}"/>
    <dgm:cxn modelId="{24F84E84-AE37-48D1-AD27-AC4E9EDF8CB8}" type="presOf" srcId="{14270513-31DD-476D-8B27-09B11F2C070D}" destId="{A702CC78-2549-4670-B472-147EC904C219}" srcOrd="0" destOrd="0" presId="urn:microsoft.com/office/officeart/2018/2/layout/IconVerticalSolidList"/>
    <dgm:cxn modelId="{7FC795DF-96BD-4610-8EDE-68A45D9FE5E4}" srcId="{1F2B36B1-49DE-4D19-BCC9-668EE3D2C8E7}" destId="{14270513-31DD-476D-8B27-09B11F2C070D}" srcOrd="1" destOrd="0" parTransId="{2DA82880-8D8D-4C6F-9B4A-42E262711B27}" sibTransId="{72B5E1D0-EDD6-49FA-A959-4DDC8FAA8E27}"/>
    <dgm:cxn modelId="{8A9C20E2-15F4-4B95-BAF2-1D6D103143F5}" type="presOf" srcId="{C41D4B51-32FF-4E90-9D7B-0366E2413377}" destId="{96077CED-8F38-4F6A-BF82-A4C572BB6C72}" srcOrd="0" destOrd="0" presId="urn:microsoft.com/office/officeart/2018/2/layout/IconVerticalSolidList"/>
    <dgm:cxn modelId="{7851A8AB-0B14-4B8C-B34A-132646BC0476}" type="presParOf" srcId="{D95F6232-13AE-4554-9D83-91A1FA386BC4}" destId="{7B48322A-55AE-4B6C-B939-8233920C4B20}" srcOrd="0" destOrd="0" presId="urn:microsoft.com/office/officeart/2018/2/layout/IconVerticalSolidList"/>
    <dgm:cxn modelId="{F7A57433-B863-4CAF-A902-6084B5145778}" type="presParOf" srcId="{7B48322A-55AE-4B6C-B939-8233920C4B20}" destId="{BB1CEBDD-58EF-4045-8C3B-8EDC0B97BFAC}" srcOrd="0" destOrd="0" presId="urn:microsoft.com/office/officeart/2018/2/layout/IconVerticalSolidList"/>
    <dgm:cxn modelId="{35FBFABD-E52E-4AAE-B6E3-318E37A3D448}" type="presParOf" srcId="{7B48322A-55AE-4B6C-B939-8233920C4B20}" destId="{D54DB3E0-340E-46BA-91E6-1ED747244C76}" srcOrd="1" destOrd="0" presId="urn:microsoft.com/office/officeart/2018/2/layout/IconVerticalSolidList"/>
    <dgm:cxn modelId="{DF8E6706-0CA7-4C2A-A662-6ED5EA926C41}" type="presParOf" srcId="{7B48322A-55AE-4B6C-B939-8233920C4B20}" destId="{DDB9DBDB-99BE-40E8-9CD0-0EDCA87FBA68}" srcOrd="2" destOrd="0" presId="urn:microsoft.com/office/officeart/2018/2/layout/IconVerticalSolidList"/>
    <dgm:cxn modelId="{61404C37-A91E-4608-BEC3-749924E7FBFD}" type="presParOf" srcId="{7B48322A-55AE-4B6C-B939-8233920C4B20}" destId="{9EC87870-5BFB-408B-AC40-F1D812F27FD8}" srcOrd="3" destOrd="0" presId="urn:microsoft.com/office/officeart/2018/2/layout/IconVerticalSolidList"/>
    <dgm:cxn modelId="{C567B3D9-C560-4E40-B1A3-292E276D53D0}" type="presParOf" srcId="{D95F6232-13AE-4554-9D83-91A1FA386BC4}" destId="{D9D9D729-E740-4892-8B16-314662346439}" srcOrd="1" destOrd="0" presId="urn:microsoft.com/office/officeart/2018/2/layout/IconVerticalSolidList"/>
    <dgm:cxn modelId="{2FF2F72D-C670-4630-A7A3-688B265F4624}" type="presParOf" srcId="{D95F6232-13AE-4554-9D83-91A1FA386BC4}" destId="{3A4D2AE2-8E3B-474C-B9C1-2F0DE181BC00}" srcOrd="2" destOrd="0" presId="urn:microsoft.com/office/officeart/2018/2/layout/IconVerticalSolidList"/>
    <dgm:cxn modelId="{AEFB9F01-3069-4366-992B-B7F766011208}" type="presParOf" srcId="{3A4D2AE2-8E3B-474C-B9C1-2F0DE181BC00}" destId="{05F2B3A6-0B19-4AB5-8170-5D0DE177A760}" srcOrd="0" destOrd="0" presId="urn:microsoft.com/office/officeart/2018/2/layout/IconVerticalSolidList"/>
    <dgm:cxn modelId="{9BCCB1DA-27D8-4C4C-B174-77328224ECB9}" type="presParOf" srcId="{3A4D2AE2-8E3B-474C-B9C1-2F0DE181BC00}" destId="{9427C73B-77CE-43A5-97A3-13FCBC662328}" srcOrd="1" destOrd="0" presId="urn:microsoft.com/office/officeart/2018/2/layout/IconVerticalSolidList"/>
    <dgm:cxn modelId="{8CF6E4E4-E01F-4016-8F48-56686BC78A18}" type="presParOf" srcId="{3A4D2AE2-8E3B-474C-B9C1-2F0DE181BC00}" destId="{6AA0DEC4-4A77-4E1F-8A90-B6C2FDCCD26A}" srcOrd="2" destOrd="0" presId="urn:microsoft.com/office/officeart/2018/2/layout/IconVerticalSolidList"/>
    <dgm:cxn modelId="{C300BF0D-274C-42DE-AF21-F47BBE8FB3FC}" type="presParOf" srcId="{3A4D2AE2-8E3B-474C-B9C1-2F0DE181BC00}" destId="{A702CC78-2549-4670-B472-147EC904C219}" srcOrd="3" destOrd="0" presId="urn:microsoft.com/office/officeart/2018/2/layout/IconVerticalSolidList"/>
    <dgm:cxn modelId="{92C8D213-66DB-451D-B0ED-637985CFBD7A}" type="presParOf" srcId="{D95F6232-13AE-4554-9D83-91A1FA386BC4}" destId="{81D2D562-B6D5-4BA5-8C83-B4EF618CAE47}" srcOrd="3" destOrd="0" presId="urn:microsoft.com/office/officeart/2018/2/layout/IconVerticalSolidList"/>
    <dgm:cxn modelId="{DC88AA5C-E32E-4A5B-91E7-4DE57F690886}" type="presParOf" srcId="{D95F6232-13AE-4554-9D83-91A1FA386BC4}" destId="{7D027B4A-5263-4614-A94C-73BD8DDC2A8F}" srcOrd="4" destOrd="0" presId="urn:microsoft.com/office/officeart/2018/2/layout/IconVerticalSolidList"/>
    <dgm:cxn modelId="{72E7DF15-7994-42B1-8B89-F69FFFEB5AB7}" type="presParOf" srcId="{7D027B4A-5263-4614-A94C-73BD8DDC2A8F}" destId="{08C69B53-4737-4535-8AA0-28F7A0B3AF51}" srcOrd="0" destOrd="0" presId="urn:microsoft.com/office/officeart/2018/2/layout/IconVerticalSolidList"/>
    <dgm:cxn modelId="{8BE646E0-C15F-438C-B8F7-F28373744081}" type="presParOf" srcId="{7D027B4A-5263-4614-A94C-73BD8DDC2A8F}" destId="{9CE4C5B4-7FCC-4B53-ABE9-3652F93E0EAF}" srcOrd="1" destOrd="0" presId="urn:microsoft.com/office/officeart/2018/2/layout/IconVerticalSolidList"/>
    <dgm:cxn modelId="{4A46EF09-4317-49B1-92F9-F2FD58D294EE}" type="presParOf" srcId="{7D027B4A-5263-4614-A94C-73BD8DDC2A8F}" destId="{03BC7843-3D35-4049-87A3-3E2FD2442D2E}" srcOrd="2" destOrd="0" presId="urn:microsoft.com/office/officeart/2018/2/layout/IconVerticalSolidList"/>
    <dgm:cxn modelId="{3DD68812-391C-4E59-8503-98F5C0EF8FEB}" type="presParOf" srcId="{7D027B4A-5263-4614-A94C-73BD8DDC2A8F}" destId="{96077CED-8F38-4F6A-BF82-A4C572BB6C72}" srcOrd="3" destOrd="0" presId="urn:microsoft.com/office/officeart/2018/2/layout/IconVerticalSolidList"/>
  </dgm:cxnLst>
  <dgm:bg/>
  <dgm:whole>
    <a:ln>
      <a:solidFill>
        <a:schemeClr val="accent1">
          <a:lumMod val="60000"/>
          <a:lumOff val="40000"/>
        </a:schemeClr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D0658E-512C-4B4F-A1D9-BFC8089DE247}">
      <dsp:nvSpPr>
        <dsp:cNvPr id="0" name=""/>
        <dsp:cNvSpPr/>
      </dsp:nvSpPr>
      <dsp:spPr>
        <a:xfrm>
          <a:off x="0" y="2319"/>
          <a:ext cx="712749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4DBF7C-2089-4F0E-93C8-C07DE03136FE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4E37C7-6BCF-4287-A345-5D472ED274EA}">
      <dsp:nvSpPr>
        <dsp:cNvPr id="0" name=""/>
        <dsp:cNvSpPr/>
      </dsp:nvSpPr>
      <dsp:spPr>
        <a:xfrm>
          <a:off x="1357965" y="2319"/>
          <a:ext cx="576952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Stage: Wireframe Design / MVP</a:t>
          </a:r>
        </a:p>
      </dsp:txBody>
      <dsp:txXfrm>
        <a:off x="1357965" y="2319"/>
        <a:ext cx="5769529" cy="1175727"/>
      </dsp:txXfrm>
    </dsp:sp>
    <dsp:sp modelId="{FB160629-5355-4B58-9449-7A719EF6D16C}">
      <dsp:nvSpPr>
        <dsp:cNvPr id="0" name=""/>
        <dsp:cNvSpPr/>
      </dsp:nvSpPr>
      <dsp:spPr>
        <a:xfrm>
          <a:off x="0" y="1471979"/>
          <a:ext cx="712749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A593FB-F11F-45E8-85C6-11209278723B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04E7FD-83CA-43AB-BEA0-151442D6954D}">
      <dsp:nvSpPr>
        <dsp:cNvPr id="0" name=""/>
        <dsp:cNvSpPr/>
      </dsp:nvSpPr>
      <dsp:spPr>
        <a:xfrm>
          <a:off x="1357965" y="1471979"/>
          <a:ext cx="576952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Prototype: Web + Mobile app interfaces developed</a:t>
          </a:r>
        </a:p>
      </dsp:txBody>
      <dsp:txXfrm>
        <a:off x="1357965" y="1471979"/>
        <a:ext cx="5769529" cy="1175727"/>
      </dsp:txXfrm>
    </dsp:sp>
    <dsp:sp modelId="{BFAD5058-71B7-4894-B73C-4362A81EA037}">
      <dsp:nvSpPr>
        <dsp:cNvPr id="0" name=""/>
        <dsp:cNvSpPr/>
      </dsp:nvSpPr>
      <dsp:spPr>
        <a:xfrm>
          <a:off x="0" y="2941639"/>
          <a:ext cx="712749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49E30A-D2E8-405F-99F4-D959D92B836B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32E7D0-1288-4680-A9CC-8267C5B92097}">
      <dsp:nvSpPr>
        <dsp:cNvPr id="0" name=""/>
        <dsp:cNvSpPr/>
      </dsp:nvSpPr>
      <dsp:spPr>
        <a:xfrm>
          <a:off x="1357965" y="2941639"/>
          <a:ext cx="576952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Key Features: AI maintenance prediction, service scheduler, GPS garage locator, cost tracking</a:t>
          </a:r>
        </a:p>
      </dsp:txBody>
      <dsp:txXfrm>
        <a:off x="1357965" y="2941639"/>
        <a:ext cx="5769529" cy="1175727"/>
      </dsp:txXfrm>
    </dsp:sp>
    <dsp:sp modelId="{3A00AE9F-8740-4778-8015-5E4A1E2CC42A}">
      <dsp:nvSpPr>
        <dsp:cNvPr id="0" name=""/>
        <dsp:cNvSpPr/>
      </dsp:nvSpPr>
      <dsp:spPr>
        <a:xfrm>
          <a:off x="0" y="4411299"/>
          <a:ext cx="712749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ACC402-C025-4383-A72A-5A23534303F1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42067D-3F10-4727-8147-F1EDA9DD256C}">
      <dsp:nvSpPr>
        <dsp:cNvPr id="0" name=""/>
        <dsp:cNvSpPr/>
      </dsp:nvSpPr>
      <dsp:spPr>
        <a:xfrm>
          <a:off x="1357965" y="4411299"/>
          <a:ext cx="576952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Next Step: Functional MVP testing with users</a:t>
          </a:r>
        </a:p>
      </dsp:txBody>
      <dsp:txXfrm>
        <a:off x="1357965" y="4411299"/>
        <a:ext cx="5769529" cy="1175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5A1754-9B18-4F5F-BF2B-7FC58E2BD6DD}">
      <dsp:nvSpPr>
        <dsp:cNvPr id="0" name=""/>
        <dsp:cNvSpPr/>
      </dsp:nvSpPr>
      <dsp:spPr>
        <a:xfrm>
          <a:off x="0" y="310509"/>
          <a:ext cx="7886700" cy="1151279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>
              <a:latin typeface="+mj-lt"/>
            </a:rPr>
            <a:t>Individual car owners</a:t>
          </a:r>
        </a:p>
      </dsp:txBody>
      <dsp:txXfrm>
        <a:off x="56201" y="366710"/>
        <a:ext cx="7774298" cy="1038877"/>
      </dsp:txXfrm>
    </dsp:sp>
    <dsp:sp modelId="{B9BAF8BB-14D3-4BDE-9914-437A087BBF93}">
      <dsp:nvSpPr>
        <dsp:cNvPr id="0" name=""/>
        <dsp:cNvSpPr/>
      </dsp:nvSpPr>
      <dsp:spPr>
        <a:xfrm>
          <a:off x="0" y="1600029"/>
          <a:ext cx="7886700" cy="1151279"/>
        </a:xfrm>
        <a:prstGeom prst="roundRect">
          <a:avLst/>
        </a:prstGeom>
        <a:solidFill>
          <a:schemeClr val="accent2">
            <a:shade val="80000"/>
            <a:hueOff val="-240708"/>
            <a:satOff val="5083"/>
            <a:lumOff val="135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>
              <a:latin typeface="+mj-lt"/>
            </a:rPr>
            <a:t>Fleet management companies</a:t>
          </a:r>
        </a:p>
      </dsp:txBody>
      <dsp:txXfrm>
        <a:off x="56201" y="1656230"/>
        <a:ext cx="7774298" cy="1038877"/>
      </dsp:txXfrm>
    </dsp:sp>
    <dsp:sp modelId="{3606DF94-2151-42B4-9AD0-A3A1EB18E825}">
      <dsp:nvSpPr>
        <dsp:cNvPr id="0" name=""/>
        <dsp:cNvSpPr/>
      </dsp:nvSpPr>
      <dsp:spPr>
        <a:xfrm>
          <a:off x="0" y="2889549"/>
          <a:ext cx="7886700" cy="1151279"/>
        </a:xfrm>
        <a:prstGeom prst="roundRect">
          <a:avLst/>
        </a:prstGeom>
        <a:solidFill>
          <a:schemeClr val="accent2">
            <a:shade val="80000"/>
            <a:hueOff val="-481415"/>
            <a:satOff val="10166"/>
            <a:lumOff val="270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>
              <a:latin typeface="+mj-lt"/>
            </a:rPr>
            <a:t>Mechanics &amp; service center</a:t>
          </a:r>
        </a:p>
      </dsp:txBody>
      <dsp:txXfrm>
        <a:off x="56201" y="2945750"/>
        <a:ext cx="7774298" cy="10388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CB86F-A72E-4BC7-8FF4-0965DBC89268}">
      <dsp:nvSpPr>
        <dsp:cNvPr id="0" name=""/>
        <dsp:cNvSpPr/>
      </dsp:nvSpPr>
      <dsp:spPr>
        <a:xfrm>
          <a:off x="0" y="4493862"/>
          <a:ext cx="4407083" cy="983147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+mj-lt"/>
            </a:rPr>
            <a:t>Strategy: SEO, social media marketing, and garage partnerships</a:t>
          </a:r>
        </a:p>
      </dsp:txBody>
      <dsp:txXfrm>
        <a:off x="0" y="4493862"/>
        <a:ext cx="4407083" cy="983147"/>
      </dsp:txXfrm>
    </dsp:sp>
    <dsp:sp modelId="{753A350C-20CA-48A1-ACEF-E44CB1AF3B69}">
      <dsp:nvSpPr>
        <dsp:cNvPr id="0" name=""/>
        <dsp:cNvSpPr/>
      </dsp:nvSpPr>
      <dsp:spPr>
        <a:xfrm rot="10800000">
          <a:off x="0" y="2996529"/>
          <a:ext cx="4407083" cy="1512080"/>
        </a:xfrm>
        <a:prstGeom prst="upArrowCallout">
          <a:avLst/>
        </a:prstGeom>
        <a:solidFill>
          <a:schemeClr val="accent2">
            <a:shade val="80000"/>
            <a:hueOff val="-160472"/>
            <a:satOff val="3389"/>
            <a:lumOff val="90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+mj-lt"/>
            </a:rPr>
            <a:t>Channel: B2C &amp; B2B (with garages/fleet operators</a:t>
          </a:r>
          <a:r>
            <a:rPr lang="en-US" sz="2200" kern="1200" dirty="0"/>
            <a:t>)</a:t>
          </a:r>
        </a:p>
      </dsp:txBody>
      <dsp:txXfrm rot="10800000">
        <a:off x="0" y="2996529"/>
        <a:ext cx="4407083" cy="982504"/>
      </dsp:txXfrm>
    </dsp:sp>
    <dsp:sp modelId="{B13A95AE-0A3B-4F2D-B7B5-1671F8559095}">
      <dsp:nvSpPr>
        <dsp:cNvPr id="0" name=""/>
        <dsp:cNvSpPr/>
      </dsp:nvSpPr>
      <dsp:spPr>
        <a:xfrm rot="10800000">
          <a:off x="0" y="1499196"/>
          <a:ext cx="4407083" cy="1512080"/>
        </a:xfrm>
        <a:prstGeom prst="upArrowCallout">
          <a:avLst/>
        </a:prstGeom>
        <a:solidFill>
          <a:schemeClr val="accent2">
            <a:shade val="80000"/>
            <a:hueOff val="-320943"/>
            <a:satOff val="6777"/>
            <a:lumOff val="180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+mj-lt"/>
            </a:rPr>
            <a:t>Revenue: Service commissions, premium plans, partner ads</a:t>
          </a:r>
        </a:p>
      </dsp:txBody>
      <dsp:txXfrm rot="10800000">
        <a:off x="0" y="1499196"/>
        <a:ext cx="4407083" cy="982504"/>
      </dsp:txXfrm>
    </dsp:sp>
    <dsp:sp modelId="{7137E9B3-D90C-4836-A91F-73ACF88DCBC3}">
      <dsp:nvSpPr>
        <dsp:cNvPr id="0" name=""/>
        <dsp:cNvSpPr/>
      </dsp:nvSpPr>
      <dsp:spPr>
        <a:xfrm rot="10800000">
          <a:off x="0" y="0"/>
          <a:ext cx="4407083" cy="1512080"/>
        </a:xfrm>
        <a:prstGeom prst="upArrowCallout">
          <a:avLst/>
        </a:prstGeom>
        <a:solidFill>
          <a:schemeClr val="accent2">
            <a:shade val="80000"/>
            <a:hueOff val="-481415"/>
            <a:satOff val="10166"/>
            <a:lumOff val="270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+mj-lt"/>
            </a:rPr>
            <a:t>Model: Freemium + Subscription</a:t>
          </a:r>
        </a:p>
      </dsp:txBody>
      <dsp:txXfrm rot="10800000">
        <a:off x="0" y="0"/>
        <a:ext cx="4407083" cy="9825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C18EC5-5A3C-45A6-B909-7C3BCE91BA67}">
      <dsp:nvSpPr>
        <dsp:cNvPr id="0" name=""/>
        <dsp:cNvSpPr/>
      </dsp:nvSpPr>
      <dsp:spPr>
        <a:xfrm>
          <a:off x="0" y="0"/>
          <a:ext cx="727265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402FEF-C4CD-43EE-A8DD-F5A60DA7AB62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7F94B1-E026-4A8A-AF1F-1F4F590C3136}">
      <dsp:nvSpPr>
        <dsp:cNvPr id="0" name=""/>
        <dsp:cNvSpPr/>
      </dsp:nvSpPr>
      <dsp:spPr>
        <a:xfrm>
          <a:off x="1129902" y="4592"/>
          <a:ext cx="614274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+mj-lt"/>
            </a:rPr>
            <a:t>Ideation Completed: Identified vehicle maintenance issues and AI objectives</a:t>
          </a:r>
        </a:p>
      </dsp:txBody>
      <dsp:txXfrm>
        <a:off x="1129902" y="4592"/>
        <a:ext cx="6142748" cy="978270"/>
      </dsp:txXfrm>
    </dsp:sp>
    <dsp:sp modelId="{3C29C4FF-4B4B-44FB-AA3A-6B208C4552A1}">
      <dsp:nvSpPr>
        <dsp:cNvPr id="0" name=""/>
        <dsp:cNvSpPr/>
      </dsp:nvSpPr>
      <dsp:spPr>
        <a:xfrm>
          <a:off x="0" y="1227431"/>
          <a:ext cx="727265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D2FB1B-E1A8-4F6E-975B-F27AD7B839D0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49A74C-7A14-4A9E-ADA9-461FEAE915F8}">
      <dsp:nvSpPr>
        <dsp:cNvPr id="0" name=""/>
        <dsp:cNvSpPr/>
      </dsp:nvSpPr>
      <dsp:spPr>
        <a:xfrm>
          <a:off x="1129902" y="1227431"/>
          <a:ext cx="614274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+mj-lt"/>
            </a:rPr>
            <a:t>Wireframe Design: Created layouts for web and mobile interfaces</a:t>
          </a:r>
        </a:p>
      </dsp:txBody>
      <dsp:txXfrm>
        <a:off x="1129902" y="1227431"/>
        <a:ext cx="6142748" cy="978270"/>
      </dsp:txXfrm>
    </dsp:sp>
    <dsp:sp modelId="{256E9BD0-0B89-4C40-8F28-08766CAB00B8}">
      <dsp:nvSpPr>
        <dsp:cNvPr id="0" name=""/>
        <dsp:cNvSpPr/>
      </dsp:nvSpPr>
      <dsp:spPr>
        <a:xfrm>
          <a:off x="0" y="2450269"/>
          <a:ext cx="727265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B8A582-EB51-40FC-B0C9-3868F396CAE8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AE4663-9C03-41A2-A7AA-3040117BA75C}">
      <dsp:nvSpPr>
        <dsp:cNvPr id="0" name=""/>
        <dsp:cNvSpPr/>
      </dsp:nvSpPr>
      <dsp:spPr>
        <a:xfrm>
          <a:off x="1129902" y="2450269"/>
          <a:ext cx="614274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+mj-lt"/>
            </a:rPr>
            <a:t>MVP Development (Next): Build prototype with AI prediction and GPS locator</a:t>
          </a:r>
        </a:p>
      </dsp:txBody>
      <dsp:txXfrm>
        <a:off x="1129902" y="2450269"/>
        <a:ext cx="6142748" cy="978270"/>
      </dsp:txXfrm>
    </dsp:sp>
    <dsp:sp modelId="{325E00AB-BC67-474F-A661-1873D6E0B934}">
      <dsp:nvSpPr>
        <dsp:cNvPr id="0" name=""/>
        <dsp:cNvSpPr/>
      </dsp:nvSpPr>
      <dsp:spPr>
        <a:xfrm>
          <a:off x="0" y="3673107"/>
          <a:ext cx="727265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4F307B-A7DB-45B5-82DE-346DFE4B917C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D9C00C-FA28-4695-8793-9A029D46058F}">
      <dsp:nvSpPr>
        <dsp:cNvPr id="0" name=""/>
        <dsp:cNvSpPr/>
      </dsp:nvSpPr>
      <dsp:spPr>
        <a:xfrm>
          <a:off x="1129902" y="3673107"/>
          <a:ext cx="614274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+mj-lt"/>
            </a:rPr>
            <a:t>Testing &amp; Validation: Collect feedback and refine features</a:t>
          </a:r>
        </a:p>
      </dsp:txBody>
      <dsp:txXfrm>
        <a:off x="1129902" y="3673107"/>
        <a:ext cx="6142748" cy="978270"/>
      </dsp:txXfrm>
    </dsp:sp>
    <dsp:sp modelId="{F34EDA41-3922-426F-97A8-5984DC60057E}">
      <dsp:nvSpPr>
        <dsp:cNvPr id="0" name=""/>
        <dsp:cNvSpPr/>
      </dsp:nvSpPr>
      <dsp:spPr>
        <a:xfrm>
          <a:off x="0" y="4895945"/>
          <a:ext cx="727265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A73385-9A6A-4440-B72A-6DC654348287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6D6A75-60B5-48F5-A5F8-0AC849FB9376}">
      <dsp:nvSpPr>
        <dsp:cNvPr id="0" name=""/>
        <dsp:cNvSpPr/>
      </dsp:nvSpPr>
      <dsp:spPr>
        <a:xfrm>
          <a:off x="1129902" y="4895945"/>
          <a:ext cx="614274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+mj-lt"/>
            </a:rPr>
            <a:t>Final Launch: Release full-scale </a:t>
          </a:r>
          <a:r>
            <a:rPr lang="en-US" sz="1900" kern="1200" dirty="0" err="1">
              <a:latin typeface="+mj-lt"/>
            </a:rPr>
            <a:t>CarCare</a:t>
          </a:r>
          <a:r>
            <a:rPr lang="en-US" sz="1900" kern="1200" dirty="0">
              <a:latin typeface="+mj-lt"/>
            </a:rPr>
            <a:t> platform with integrated features</a:t>
          </a:r>
        </a:p>
      </dsp:txBody>
      <dsp:txXfrm>
        <a:off x="1129902" y="4895945"/>
        <a:ext cx="6142748" cy="9782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1CEBDD-58EF-4045-8C3B-8EDC0B97BFAC}">
      <dsp:nvSpPr>
        <dsp:cNvPr id="0" name=""/>
        <dsp:cNvSpPr/>
      </dsp:nvSpPr>
      <dsp:spPr>
        <a:xfrm>
          <a:off x="0" y="717"/>
          <a:ext cx="7407210" cy="16792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4DB3E0-340E-46BA-91E6-1ED747244C76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C87870-5BFB-408B-AC40-F1D812F27FD8}">
      <dsp:nvSpPr>
        <dsp:cNvPr id="0" name=""/>
        <dsp:cNvSpPr/>
      </dsp:nvSpPr>
      <dsp:spPr>
        <a:xfrm>
          <a:off x="1939533" y="0"/>
          <a:ext cx="5467676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+mj-lt"/>
            </a:rPr>
            <a:t>Estimated Budget: ₹4–5 lakh (Development, Infrastructure, Marketing, Admin)</a:t>
          </a:r>
        </a:p>
      </dsp:txBody>
      <dsp:txXfrm>
        <a:off x="1939533" y="0"/>
        <a:ext cx="5467676" cy="1679249"/>
      </dsp:txXfrm>
    </dsp:sp>
    <dsp:sp modelId="{05F2B3A6-0B19-4AB5-8170-5D0DE177A760}">
      <dsp:nvSpPr>
        <dsp:cNvPr id="0" name=""/>
        <dsp:cNvSpPr/>
      </dsp:nvSpPr>
      <dsp:spPr>
        <a:xfrm>
          <a:off x="0" y="2099779"/>
          <a:ext cx="7407210" cy="16792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27C73B-77CE-43A5-97A3-13FCBC662328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02CC78-2549-4670-B472-147EC904C219}">
      <dsp:nvSpPr>
        <dsp:cNvPr id="0" name=""/>
        <dsp:cNvSpPr/>
      </dsp:nvSpPr>
      <dsp:spPr>
        <a:xfrm>
          <a:off x="1939533" y="2099779"/>
          <a:ext cx="5467676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+mj-lt"/>
            </a:rPr>
            <a:t>Support Required: Technical mentorship, funding for cloud hosting and marketing</a:t>
          </a:r>
        </a:p>
      </dsp:txBody>
      <dsp:txXfrm>
        <a:off x="1939533" y="2099779"/>
        <a:ext cx="5467676" cy="1679249"/>
      </dsp:txXfrm>
    </dsp:sp>
    <dsp:sp modelId="{08C69B53-4737-4535-8AA0-28F7A0B3AF51}">
      <dsp:nvSpPr>
        <dsp:cNvPr id="0" name=""/>
        <dsp:cNvSpPr/>
      </dsp:nvSpPr>
      <dsp:spPr>
        <a:xfrm>
          <a:off x="0" y="4198841"/>
          <a:ext cx="7407210" cy="16792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E4C5B4-7FCC-4B53-ABE9-3652F93E0EAF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077CED-8F38-4F6A-BF82-A4C572BB6C72}">
      <dsp:nvSpPr>
        <dsp:cNvPr id="0" name=""/>
        <dsp:cNvSpPr/>
      </dsp:nvSpPr>
      <dsp:spPr>
        <a:xfrm>
          <a:off x="1939533" y="4198841"/>
          <a:ext cx="5467676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+mj-lt"/>
            </a:rPr>
            <a:t>Goal: Launch fully functional AI-based car maintenance app by SEE phase</a:t>
          </a:r>
        </a:p>
      </dsp:txBody>
      <dsp:txXfrm>
        <a:off x="1939533" y="4198841"/>
        <a:ext cx="5467676" cy="16792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1B14D-2534-5C84-9B60-123EF0F54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116022-266E-795D-733C-8F1AABA7E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BEF50-3BFA-7576-DCA4-FB67D909E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C40E-2A7A-49F2-B240-FAB80DDD84CB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0FEF9-A2A1-BB36-0B3E-3D840E11B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BA920-1ABF-9267-5C76-71A9EFF23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CE20E-E928-4D86-811F-9912F8E37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174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92108-8B16-D61D-97BE-132FC195A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84BEA-2ACC-3687-9026-7BF72BFB2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66085-A711-0A65-E26B-A7112D1B2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C40E-2A7A-49F2-B240-FAB80DDD84CB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9C3F2-6024-13F6-16CA-C5A8D6DD2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0DC8-F33B-1AC8-B50F-F3B81FE6B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CE20E-E928-4D86-811F-9912F8E37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001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434AE-7449-9825-58A0-A69D9C26D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13430-2BB2-CE43-3CC8-530505214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84CAC-F059-24D0-89FB-23A3C9E08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C40E-2A7A-49F2-B240-FAB80DDD84CB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333E1-B11E-780B-CF1D-33F8D7DB1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BA37B-3254-3048-0B7B-138C3BE35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CE20E-E928-4D86-811F-9912F8E37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670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290D4-8CC0-50F2-4414-B67E55984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A35B5-C49F-920A-D9DC-FA51E5FC0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DBE5D3-7D54-9A16-B848-CCD1A1ED8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1D03B-7904-BEF4-6A29-96774D874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C40E-2A7A-49F2-B240-FAB80DDD84CB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26A2C-B3DA-1D75-4CA6-E12E32077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2196C-7BA6-6FBE-3808-29F45285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CE20E-E928-4D86-811F-9912F8E37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944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3F36-B032-AE91-2BDE-025B5472D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E86B7-2701-9B9F-DBF6-1C15764CE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3CDF2-C1DE-871A-D41A-932AF1F9D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53C525-A195-C7FB-9121-4D8B99F6A7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87D73B-7C2D-FD3F-FA77-EB984CE471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03B4F4-698C-118D-AC16-110B90A71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C40E-2A7A-49F2-B240-FAB80DDD84CB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241BAF-17C8-FCED-D930-47C2D73FA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511F7A-FB86-6090-EB6C-7786DA555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CE20E-E928-4D86-811F-9912F8E37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212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063F8-A608-71E1-1666-9F05744F3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9018D-1C28-4482-5812-51EF3F7CB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C40E-2A7A-49F2-B240-FAB80DDD84CB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6E38E3-5A17-7523-0203-E37789A49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E0B38B-5E10-2EF3-6A7E-06D10F9B1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CE20E-E928-4D86-811F-9912F8E37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668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F4E63C-8EBB-EE6E-7230-4274A3002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C40E-2A7A-49F2-B240-FAB80DDD84CB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12320-E7BB-E2B3-BB1A-2A1C23D0E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E574A-9F17-EAFD-5052-927CBB93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CE20E-E928-4D86-811F-9912F8E37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58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95900-AF6E-B58A-90C2-09012C80A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1FA7E-FF34-15AA-C1CA-7ED062177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0E68B5-D737-F455-9FA3-E2934D4ED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C718F5-4D3E-F450-3EB7-78CBECE58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C40E-2A7A-49F2-B240-FAB80DDD84CB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F2BE1-5791-9331-9B50-353B03890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2C8E6-1FB0-2E7B-89CF-6E86A7F8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CE20E-E928-4D86-811F-9912F8E37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153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4EC51-8F64-3CCF-6FBF-E2BA7F106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B07E95-231C-0D40-2572-29600FCD05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0D42B-1B3E-7065-735A-16DB35F1A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16050E-5929-8A0B-B4D1-17265AD87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C40E-2A7A-49F2-B240-FAB80DDD84CB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8050D7-A6C7-AB2F-8D36-72E251685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789F5-81F2-D7F9-F363-11A07D0D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CE20E-E928-4D86-811F-9912F8E37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109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9BD0B-4558-28CD-31C3-95A9B3CF4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4F74F-3B58-8D88-9A60-F943E0950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56876-FBF9-83F3-2559-FFC50C5EF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C40E-2A7A-49F2-B240-FAB80DDD84CB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AB49B-2825-D03F-4239-91E0846B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C8D31-023D-9069-665A-26ECF4AB6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CE20E-E928-4D86-811F-9912F8E37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146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492A27-AA47-202E-BFB3-852504782D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E946A-F209-81CE-6786-FFF267E0E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18CEA-CFF8-3CCF-52AC-43CA52573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C40E-2A7A-49F2-B240-FAB80DDD84CB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47013-7C69-98AE-71D5-9DB35542A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EC17B-979A-68F3-D8EA-BC54156DB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CE20E-E928-4D86-811F-9912F8E37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462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18A4CC-78F2-2959-26A4-83DDE31F1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F7514-184D-E1A7-9EB9-4FB2CC3AC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D4B7E-4E21-A9D5-F158-826E846E40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99C40E-2A7A-49F2-B240-FAB80DDD84CB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B91F2-2BBF-29E6-5060-21132A87F6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80886-63CA-4871-0DC0-D6E385A70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CE20E-E928-4D86-811F-9912F8E37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75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9C014E-FDC7-F495-E7DF-F9D2E7C0E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67DA392-CF5C-A599-1329-71724BE6E57F}"/>
              </a:ext>
            </a:extLst>
          </p:cNvPr>
          <p:cNvSpPr/>
          <p:nvPr/>
        </p:nvSpPr>
        <p:spPr>
          <a:xfrm>
            <a:off x="-281227" y="1674674"/>
            <a:ext cx="12754454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5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 Care – AI-Based Vehicle Maintenance Management System</a:t>
            </a:r>
            <a:endParaRPr lang="en-US" sz="5400" b="0" cap="none" spc="0" dirty="0">
              <a:ln w="0"/>
              <a:solidFill>
                <a:schemeClr val="bg1">
                  <a:lumMod val="9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F41D6E-3CC3-310C-C27D-E3F061795550}"/>
              </a:ext>
            </a:extLst>
          </p:cNvPr>
          <p:cNvSpPr txBox="1"/>
          <p:nvPr/>
        </p:nvSpPr>
        <p:spPr>
          <a:xfrm>
            <a:off x="3151239" y="3717893"/>
            <a:ext cx="640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#4 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car maintenance and tracking solution</a:t>
            </a:r>
          </a:p>
        </p:txBody>
      </p:sp>
    </p:spTree>
    <p:extLst>
      <p:ext uri="{BB962C8B-B14F-4D97-AF65-F5344CB8AC3E}">
        <p14:creationId xmlns:p14="http://schemas.microsoft.com/office/powerpoint/2010/main" val="2350565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827755D-F75F-DD91-9C01-F83B33E2A19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CBAA05-A8B8-E8AC-6913-E5627B48D1DB}"/>
              </a:ext>
            </a:extLst>
          </p:cNvPr>
          <p:cNvSpPr txBox="1">
            <a:spLocks/>
          </p:cNvSpPr>
          <p:nvPr/>
        </p:nvSpPr>
        <p:spPr>
          <a:xfrm>
            <a:off x="4761443" y="487279"/>
            <a:ext cx="4042815" cy="60188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IN" sz="3500" b="1" u="sng" dirty="0">
                <a:solidFill>
                  <a:schemeClr val="tx2">
                    <a:lumMod val="50000"/>
                  </a:schemeClr>
                </a:solidFill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C1B36-5B5E-75C4-CE1E-FB9A6E155DFC}"/>
              </a:ext>
            </a:extLst>
          </p:cNvPr>
          <p:cNvSpPr txBox="1">
            <a:spLocks/>
          </p:cNvSpPr>
          <p:nvPr/>
        </p:nvSpPr>
        <p:spPr>
          <a:xfrm>
            <a:off x="5026915" y="1238864"/>
            <a:ext cx="7002324" cy="469490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Modern car owners struggle to track service schedules, repair history, and costs efficiently. Lack of a unified system leads to missed maintenance, increased expenses, and reduced vehicle lifespan. Finding reliable service centers and emergency support also remains a major challenge.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7F60CEA-1FE3-0B83-F4E2-D86A82D292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62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40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F68B5B2-45B7-C940-23B7-AFF561A7F2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F2A13C-1211-BA49-6B0B-523963CD9220}"/>
              </a:ext>
            </a:extLst>
          </p:cNvPr>
          <p:cNvSpPr txBox="1">
            <a:spLocks/>
          </p:cNvSpPr>
          <p:nvPr/>
        </p:nvSpPr>
        <p:spPr>
          <a:xfrm>
            <a:off x="3097162" y="387866"/>
            <a:ext cx="5555226" cy="601887"/>
          </a:xfrm>
          <a:prstGeom prst="rect">
            <a:avLst/>
          </a:prstGeom>
        </p:spPr>
        <p:txBody>
          <a:bodyPr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500" b="1" u="sng" dirty="0">
                <a:cs typeface="Times New Roman" panose="02020603050405020304" pitchFamily="18" charset="0"/>
              </a:rPr>
              <a:t>Product / Solution – Innovation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7E6E3-5013-1330-D67B-90D4B3C9F8F4}"/>
              </a:ext>
            </a:extLst>
          </p:cNvPr>
          <p:cNvSpPr txBox="1">
            <a:spLocks/>
          </p:cNvSpPr>
          <p:nvPr/>
        </p:nvSpPr>
        <p:spPr>
          <a:xfrm>
            <a:off x="221225" y="1311605"/>
            <a:ext cx="11749549" cy="174151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latin typeface="+mj-lt"/>
              </a:rPr>
              <a:t>Car Care is an AI-driven vehicle maintenance platform that automates service scheduling, predicts maintenance needs, tracks expenses, and locates nearby garages. It enhances existing apps with predictive analytics, GPS-based assistance, and cost tracking. Uniquely integrates AI intelligence, automation, and real-time predictions into one unified system.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12EBD7-71B6-BACA-AFFB-C236FE3B4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1" y="3554665"/>
            <a:ext cx="4198374" cy="29154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AA02CA-D610-C000-34AB-614A750CA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129" y="3554665"/>
            <a:ext cx="5055964" cy="29154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49789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3D2799C-4519-2A89-2489-7D0CA13FA8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920C1D-7085-8C61-AE2E-AB1185A45396}"/>
              </a:ext>
            </a:extLst>
          </p:cNvPr>
          <p:cNvSpPr txBox="1">
            <a:spLocks/>
          </p:cNvSpPr>
          <p:nvPr/>
        </p:nvSpPr>
        <p:spPr>
          <a:xfrm>
            <a:off x="2149014" y="197853"/>
            <a:ext cx="6857333" cy="758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IN" sz="3200" b="1" u="sng" dirty="0">
                <a:cs typeface="Times New Roman" panose="02020603050405020304" pitchFamily="18" charset="0"/>
              </a:rPr>
              <a:t>Product / Solution – Readiness Level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5E17D4-7A6F-9B62-27E7-A32F96C547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0712211"/>
              </p:ext>
            </p:extLst>
          </p:nvPr>
        </p:nvGraphicFramePr>
        <p:xfrm>
          <a:off x="2532252" y="955853"/>
          <a:ext cx="712749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63BA26C-FB65-6939-CDB9-A273F05CC112}"/>
              </a:ext>
            </a:extLst>
          </p:cNvPr>
          <p:cNvSpPr/>
          <p:nvPr/>
        </p:nvSpPr>
        <p:spPr>
          <a:xfrm>
            <a:off x="255639" y="216310"/>
            <a:ext cx="11690555" cy="6430296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410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957DF9-4EBC-BD8D-3836-94B0A6CE9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CCFD2B-ADED-3117-C085-2F0732D826F0}"/>
              </a:ext>
            </a:extLst>
          </p:cNvPr>
          <p:cNvSpPr txBox="1"/>
          <p:nvPr/>
        </p:nvSpPr>
        <p:spPr>
          <a:xfrm>
            <a:off x="707921" y="6867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</a:rPr>
              <a:t>Wireframe Design</a:t>
            </a:r>
            <a:endParaRPr lang="en-IN" sz="3200" dirty="0">
              <a:solidFill>
                <a:schemeClr val="bg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86E9CC-2EDD-BAF1-672F-C2F2ED3EB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939" y="781118"/>
            <a:ext cx="2750557" cy="55710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9F6EB6-3AE6-3A37-482E-20EE3F149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762" y="781118"/>
            <a:ext cx="2968171" cy="55710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0CA072-A8CD-DAB1-D2D0-697C325ACC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7502" y="781118"/>
            <a:ext cx="2576618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960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8EA75E8-69EB-ECBC-8254-9468D7B03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16DE7F-3E69-B63A-847E-B58A14A2D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304" y="643467"/>
            <a:ext cx="2437341" cy="55710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4BE8D2-8758-8845-6377-CA0D22192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220" y="643467"/>
            <a:ext cx="2437341" cy="55710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9257A0-88CE-1495-CEEE-D8A2564D8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8136" y="643467"/>
            <a:ext cx="245126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28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DE7B0E-FA6C-1004-8E02-6846A0D876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86D6BD-259A-C05D-6BE5-A0A99FE5C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310" y="731957"/>
            <a:ext cx="2437340" cy="55710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322287-E2BE-FFD1-6061-589C7944C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684" y="731957"/>
            <a:ext cx="256269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939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1B689D-836A-5DE6-AA44-E418E2366C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ACFD4B-49C2-B6FB-9C86-9809777DE215}"/>
              </a:ext>
            </a:extLst>
          </p:cNvPr>
          <p:cNvSpPr txBox="1">
            <a:spLocks/>
          </p:cNvSpPr>
          <p:nvPr/>
        </p:nvSpPr>
        <p:spPr>
          <a:xfrm>
            <a:off x="3401961" y="328663"/>
            <a:ext cx="5388077" cy="11430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u="sng" dirty="0">
                <a:cs typeface="Times New Roman" panose="02020603050405020304" pitchFamily="18" charset="0"/>
              </a:rPr>
              <a:t>Ideal Customer Profile (ICP)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71B7F2BC-2E23-07D6-DCCF-5C47F1C294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296945"/>
              </p:ext>
            </p:extLst>
          </p:nvPr>
        </p:nvGraphicFramePr>
        <p:xfrm>
          <a:off x="2447618" y="1471663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B9678BA-E31E-1BEE-1EAA-0D754CDC0813}"/>
              </a:ext>
            </a:extLst>
          </p:cNvPr>
          <p:cNvSpPr/>
          <p:nvPr/>
        </p:nvSpPr>
        <p:spPr>
          <a:xfrm>
            <a:off x="255639" y="216310"/>
            <a:ext cx="11690555" cy="6430296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835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6D322D-F7CB-0490-C63D-1FB8214B88FE}"/>
              </a:ext>
            </a:extLst>
          </p:cNvPr>
          <p:cNvSpPr/>
          <p:nvPr/>
        </p:nvSpPr>
        <p:spPr>
          <a:xfrm>
            <a:off x="1" y="0"/>
            <a:ext cx="493579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21A8A6-2109-0C99-54BE-16FD82D88C38}"/>
              </a:ext>
            </a:extLst>
          </p:cNvPr>
          <p:cNvSpPr txBox="1">
            <a:spLocks/>
          </p:cNvSpPr>
          <p:nvPr/>
        </p:nvSpPr>
        <p:spPr>
          <a:xfrm>
            <a:off x="416047" y="2289582"/>
            <a:ext cx="4293604" cy="866573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chemeClr val="bg1"/>
                </a:solidFill>
                <a:cs typeface="Times New Roman" panose="02020603050405020304" pitchFamily="18" charset="0"/>
              </a:rPr>
              <a:t>Business Model &amp; </a:t>
            </a:r>
          </a:p>
          <a:p>
            <a:pPr algn="ctr"/>
            <a:r>
              <a:rPr lang="en-IN" b="1" dirty="0">
                <a:solidFill>
                  <a:schemeClr val="bg1"/>
                </a:solidFill>
                <a:cs typeface="Times New Roman" panose="02020603050405020304" pitchFamily="18" charset="0"/>
              </a:rPr>
              <a:t>Strategy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5E3DE711-72CC-4FC7-50D5-704379A7F5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7929215"/>
              </p:ext>
            </p:extLst>
          </p:nvPr>
        </p:nvGraphicFramePr>
        <p:xfrm>
          <a:off x="6547861" y="583382"/>
          <a:ext cx="4407083" cy="54788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5487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0B75CDF-67D2-E34B-2BD0-E19B15E55B5A}"/>
              </a:ext>
            </a:extLst>
          </p:cNvPr>
          <p:cNvSpPr txBox="1">
            <a:spLocks/>
          </p:cNvSpPr>
          <p:nvPr/>
        </p:nvSpPr>
        <p:spPr>
          <a:xfrm>
            <a:off x="671686" y="1817633"/>
            <a:ext cx="4293604" cy="866573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C24A18B-3168-1F16-FA45-241B6289B0D3}"/>
              </a:ext>
            </a:extLst>
          </p:cNvPr>
          <p:cNvSpPr txBox="1">
            <a:spLocks/>
          </p:cNvSpPr>
          <p:nvPr/>
        </p:nvSpPr>
        <p:spPr>
          <a:xfrm>
            <a:off x="320480" y="2619882"/>
            <a:ext cx="4018638" cy="423811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chemeClr val="bg1"/>
                </a:solidFill>
                <a:cs typeface="Times New Roman" panose="02020603050405020304" pitchFamily="18" charset="0"/>
              </a:rPr>
              <a:t>Product Milestones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E3A339-1687-638C-2C64-73368E13A4BD}"/>
              </a:ext>
            </a:extLst>
          </p:cNvPr>
          <p:cNvSpPr/>
          <p:nvPr/>
        </p:nvSpPr>
        <p:spPr>
          <a:xfrm>
            <a:off x="0" y="0"/>
            <a:ext cx="493579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896DF34-79BA-B0C3-4ED5-02EAC9911060}"/>
              </a:ext>
            </a:extLst>
          </p:cNvPr>
          <p:cNvSpPr txBox="1">
            <a:spLocks/>
          </p:cNvSpPr>
          <p:nvPr/>
        </p:nvSpPr>
        <p:spPr>
          <a:xfrm>
            <a:off x="919009" y="2497188"/>
            <a:ext cx="3097776" cy="423811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chemeClr val="bg1"/>
                </a:solidFill>
                <a:cs typeface="Times New Roman" panose="02020603050405020304" pitchFamily="18" charset="0"/>
              </a:rPr>
              <a:t>Product Milestones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F3A9A7D4-13DF-02A6-800F-48C7DDC270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8689044"/>
              </p:ext>
            </p:extLst>
          </p:nvPr>
        </p:nvGraphicFramePr>
        <p:xfrm>
          <a:off x="4447401" y="489595"/>
          <a:ext cx="727265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9394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F4448AB-A485-4B5D-A720-DA4A1276E03B}"/>
              </a:ext>
            </a:extLst>
          </p:cNvPr>
          <p:cNvSpPr txBox="1">
            <a:spLocks/>
          </p:cNvSpPr>
          <p:nvPr/>
        </p:nvSpPr>
        <p:spPr>
          <a:xfrm>
            <a:off x="671686" y="1817633"/>
            <a:ext cx="4293604" cy="866573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9F1701-F408-ADEF-41B0-99B829AB2009}"/>
              </a:ext>
            </a:extLst>
          </p:cNvPr>
          <p:cNvSpPr/>
          <p:nvPr/>
        </p:nvSpPr>
        <p:spPr>
          <a:xfrm>
            <a:off x="0" y="0"/>
            <a:ext cx="493579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CB5C572-E418-F5AC-F07B-802BC5E1EF06}"/>
              </a:ext>
            </a:extLst>
          </p:cNvPr>
          <p:cNvSpPr txBox="1">
            <a:spLocks/>
          </p:cNvSpPr>
          <p:nvPr/>
        </p:nvSpPr>
        <p:spPr>
          <a:xfrm>
            <a:off x="388067" y="2493555"/>
            <a:ext cx="4159660" cy="423811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chemeClr val="bg1"/>
                </a:solidFill>
                <a:cs typeface="Times New Roman" panose="02020603050405020304" pitchFamily="18" charset="0"/>
              </a:rPr>
              <a:t>Total Budget</a:t>
            </a:r>
          </a:p>
          <a:p>
            <a:pPr algn="ctr"/>
            <a:r>
              <a:rPr lang="en-IN" b="1" dirty="0">
                <a:solidFill>
                  <a:schemeClr val="bg1"/>
                </a:solidFill>
                <a:cs typeface="Times New Roman" panose="02020603050405020304" pitchFamily="18" charset="0"/>
              </a:rPr>
              <a:t> &amp;</a:t>
            </a:r>
          </a:p>
          <a:p>
            <a:pPr algn="ctr"/>
            <a:r>
              <a:rPr lang="en-IN" b="1" dirty="0">
                <a:solidFill>
                  <a:schemeClr val="bg1"/>
                </a:solidFill>
                <a:cs typeface="Times New Roman" panose="02020603050405020304" pitchFamily="18" charset="0"/>
              </a:rPr>
              <a:t> Support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F214C5A-BF00-46CE-22EA-B0520F0AEA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0184473"/>
              </p:ext>
            </p:extLst>
          </p:nvPr>
        </p:nvGraphicFramePr>
        <p:xfrm>
          <a:off x="4280252" y="489595"/>
          <a:ext cx="7407210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2530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A29CA0-C8CE-FBAC-B962-75F899902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C52D94C-F129-3015-273A-353F18DAF829}"/>
              </a:ext>
            </a:extLst>
          </p:cNvPr>
          <p:cNvSpPr/>
          <p:nvPr/>
        </p:nvSpPr>
        <p:spPr>
          <a:xfrm>
            <a:off x="2415748" y="2505670"/>
            <a:ext cx="7085209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odoni MT Black" panose="02070A03080606020203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8466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333</Words>
  <Application>Microsoft Office PowerPoint</Application>
  <PresentationFormat>Widescreen</PresentationFormat>
  <Paragraphs>37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Bodoni MT Black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Aishwarya Singh</dc:creator>
  <cp:lastModifiedBy>Aishwarya Singh</cp:lastModifiedBy>
  <cp:revision>12</cp:revision>
  <dcterms:created xsi:type="dcterms:W3CDTF">2025-10-30T19:31:45Z</dcterms:created>
  <dcterms:modified xsi:type="dcterms:W3CDTF">2025-10-30T20:21:01Z</dcterms:modified>
</cp:coreProperties>
</file>